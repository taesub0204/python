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163" d="100"/>
          <a:sy n="163" d="100"/>
        </p:scale>
        <p:origin x="22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80663-92EB-47B9-999B-6A40621A2AB4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E863D-700A-4655-9C52-B6C522509F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1482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80663-92EB-47B9-999B-6A40621A2AB4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E863D-700A-4655-9C52-B6C522509F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4596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80663-92EB-47B9-999B-6A40621A2AB4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E863D-700A-4655-9C52-B6C522509F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1117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80663-92EB-47B9-999B-6A40621A2AB4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E863D-700A-4655-9C52-B6C522509F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846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80663-92EB-47B9-999B-6A40621A2AB4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E863D-700A-4655-9C52-B6C522509F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3769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80663-92EB-47B9-999B-6A40621A2AB4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E863D-700A-4655-9C52-B6C522509F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04150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80663-92EB-47B9-999B-6A40621A2AB4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E863D-700A-4655-9C52-B6C522509F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45007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80663-92EB-47B9-999B-6A40621A2AB4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E863D-700A-4655-9C52-B6C522509F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9377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80663-92EB-47B9-999B-6A40621A2AB4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E863D-700A-4655-9C52-B6C522509F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9761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80663-92EB-47B9-999B-6A40621A2AB4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E863D-700A-4655-9C52-B6C522509F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187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80663-92EB-47B9-999B-6A40621A2AB4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E863D-700A-4655-9C52-B6C522509F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9807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D80663-92EB-47B9-999B-6A40621A2AB4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CE863D-700A-4655-9C52-B6C522509F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4815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4885374"/>
              </p:ext>
            </p:extLst>
          </p:nvPr>
        </p:nvGraphicFramePr>
        <p:xfrm>
          <a:off x="811021" y="845778"/>
          <a:ext cx="3800987" cy="264736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1672">
                  <a:extLst>
                    <a:ext uri="{9D8B030D-6E8A-4147-A177-3AD203B41FA5}">
                      <a16:colId xmlns:a16="http://schemas.microsoft.com/office/drawing/2014/main" val="2514725591"/>
                    </a:ext>
                  </a:extLst>
                </a:gridCol>
                <a:gridCol w="824218">
                  <a:extLst>
                    <a:ext uri="{9D8B030D-6E8A-4147-A177-3AD203B41FA5}">
                      <a16:colId xmlns:a16="http://schemas.microsoft.com/office/drawing/2014/main" val="2863408740"/>
                    </a:ext>
                  </a:extLst>
                </a:gridCol>
                <a:gridCol w="824218">
                  <a:extLst>
                    <a:ext uri="{9D8B030D-6E8A-4147-A177-3AD203B41FA5}">
                      <a16:colId xmlns:a16="http://schemas.microsoft.com/office/drawing/2014/main" val="3632776524"/>
                    </a:ext>
                  </a:extLst>
                </a:gridCol>
                <a:gridCol w="824218">
                  <a:extLst>
                    <a:ext uri="{9D8B030D-6E8A-4147-A177-3AD203B41FA5}">
                      <a16:colId xmlns:a16="http://schemas.microsoft.com/office/drawing/2014/main" val="2525651813"/>
                    </a:ext>
                  </a:extLst>
                </a:gridCol>
                <a:gridCol w="824218">
                  <a:extLst>
                    <a:ext uri="{9D8B030D-6E8A-4147-A177-3AD203B41FA5}">
                      <a16:colId xmlns:a16="http://schemas.microsoft.com/office/drawing/2014/main" val="2638384329"/>
                    </a:ext>
                  </a:extLst>
                </a:gridCol>
                <a:gridCol w="252443">
                  <a:extLst>
                    <a:ext uri="{9D8B030D-6E8A-4147-A177-3AD203B41FA5}">
                      <a16:colId xmlns:a16="http://schemas.microsoft.com/office/drawing/2014/main" val="2470183595"/>
                    </a:ext>
                  </a:extLst>
                </a:gridCol>
              </a:tblGrid>
              <a:tr h="227576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34821382"/>
                  </a:ext>
                </a:extLst>
              </a:tr>
              <a:tr h="746855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72500428"/>
                  </a:ext>
                </a:extLst>
              </a:tr>
              <a:tr h="331668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2868086"/>
                  </a:ext>
                </a:extLst>
              </a:tr>
              <a:tr h="777338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39219063"/>
                  </a:ext>
                </a:extLst>
              </a:tr>
              <a:tr h="391654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8989474"/>
                  </a:ext>
                </a:extLst>
              </a:tr>
            </a:tbl>
          </a:graphicData>
        </a:graphic>
      </p:graphicFrame>
      <p:cxnSp>
        <p:nvCxnSpPr>
          <p:cNvPr id="6" name="직선 연결선 5"/>
          <p:cNvCxnSpPr/>
          <p:nvPr/>
        </p:nvCxnSpPr>
        <p:spPr>
          <a:xfrm flipV="1">
            <a:off x="1041721" y="1211773"/>
            <a:ext cx="834704" cy="75081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/>
          <p:cNvCxnSpPr/>
          <p:nvPr/>
        </p:nvCxnSpPr>
        <p:spPr>
          <a:xfrm>
            <a:off x="1876810" y="1211773"/>
            <a:ext cx="83470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/>
        </p:nvCxnSpPr>
        <p:spPr>
          <a:xfrm>
            <a:off x="2711514" y="1223846"/>
            <a:ext cx="800764" cy="70784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/>
        </p:nvCxnSpPr>
        <p:spPr>
          <a:xfrm>
            <a:off x="3512278" y="1924702"/>
            <a:ext cx="83470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/>
          <p:nvPr/>
        </p:nvCxnSpPr>
        <p:spPr>
          <a:xfrm flipV="1">
            <a:off x="1876810" y="2352458"/>
            <a:ext cx="834704" cy="75081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/>
        </p:nvCxnSpPr>
        <p:spPr>
          <a:xfrm>
            <a:off x="2711514" y="2340385"/>
            <a:ext cx="83470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/>
        </p:nvCxnSpPr>
        <p:spPr>
          <a:xfrm>
            <a:off x="3546218" y="2352458"/>
            <a:ext cx="800764" cy="70784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>
            <a:off x="1041721" y="3103272"/>
            <a:ext cx="83470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45215" y="1377714"/>
            <a:ext cx="3658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 smtClean="0"/>
              <a:t>A</a:t>
            </a:r>
            <a:endParaRPr lang="ko-KR" altLang="en-US" sz="2000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449006" y="2527810"/>
            <a:ext cx="3481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 smtClean="0"/>
              <a:t>B</a:t>
            </a:r>
            <a:endParaRPr lang="ko-KR" altLang="en-US" sz="2000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862242" y="509667"/>
            <a:ext cx="3337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 smtClean="0"/>
              <a:t>1</a:t>
            </a:r>
            <a:endParaRPr lang="ko-KR" altLang="en-US" sz="2000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1709552" y="509667"/>
            <a:ext cx="3337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 smtClean="0"/>
              <a:t>2</a:t>
            </a:r>
            <a:endParaRPr lang="ko-KR" altLang="en-US" sz="2000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2544641" y="509667"/>
            <a:ext cx="3337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 smtClean="0"/>
              <a:t>3</a:t>
            </a:r>
            <a:endParaRPr lang="ko-KR" altLang="en-US" sz="2000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3379730" y="509667"/>
            <a:ext cx="3337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 smtClean="0"/>
              <a:t>4</a:t>
            </a:r>
            <a:endParaRPr lang="ko-KR" altLang="en-US" sz="2000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4180109" y="509667"/>
            <a:ext cx="3337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 smtClean="0"/>
              <a:t>5</a:t>
            </a:r>
            <a:endParaRPr lang="ko-KR" altLang="en-US" sz="2000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592625" y="992334"/>
            <a:ext cx="3337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 smtClean="0"/>
              <a:t>1</a:t>
            </a:r>
            <a:endParaRPr lang="ko-KR" altLang="en-US" sz="2000" b="1" dirty="0"/>
          </a:p>
        </p:txBody>
      </p:sp>
      <p:sp>
        <p:nvSpPr>
          <p:cNvPr id="24" name="TextBox 23"/>
          <p:cNvSpPr txBox="1"/>
          <p:nvPr/>
        </p:nvSpPr>
        <p:spPr>
          <a:xfrm>
            <a:off x="574636" y="2101408"/>
            <a:ext cx="3337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 smtClean="0"/>
              <a:t>1</a:t>
            </a:r>
            <a:endParaRPr lang="ko-KR" altLang="en-US" sz="2000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589783" y="1752707"/>
            <a:ext cx="3337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 smtClean="0"/>
              <a:t>0</a:t>
            </a:r>
            <a:endParaRPr lang="ko-KR" altLang="en-US" sz="2000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550283" y="2906511"/>
            <a:ext cx="3337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 smtClean="0"/>
              <a:t>0</a:t>
            </a:r>
            <a:endParaRPr lang="ko-KR" altLang="en-US" sz="2000" b="1" dirty="0"/>
          </a:p>
        </p:txBody>
      </p:sp>
      <p:sp>
        <p:nvSpPr>
          <p:cNvPr id="27" name="타원 26"/>
          <p:cNvSpPr/>
          <p:nvPr/>
        </p:nvSpPr>
        <p:spPr>
          <a:xfrm>
            <a:off x="995581" y="1870308"/>
            <a:ext cx="163585" cy="151002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타원 27"/>
          <p:cNvSpPr/>
          <p:nvPr/>
        </p:nvSpPr>
        <p:spPr>
          <a:xfrm>
            <a:off x="1812157" y="1136271"/>
            <a:ext cx="163585" cy="151002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타원 28"/>
          <p:cNvSpPr/>
          <p:nvPr/>
        </p:nvSpPr>
        <p:spPr>
          <a:xfrm>
            <a:off x="3444328" y="1870308"/>
            <a:ext cx="163585" cy="151002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타원 29"/>
          <p:cNvSpPr/>
          <p:nvPr/>
        </p:nvSpPr>
        <p:spPr>
          <a:xfrm>
            <a:off x="2643564" y="2272400"/>
            <a:ext cx="163585" cy="151002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타원 30"/>
          <p:cNvSpPr/>
          <p:nvPr/>
        </p:nvSpPr>
        <p:spPr>
          <a:xfrm>
            <a:off x="4279032" y="2996875"/>
            <a:ext cx="163585" cy="151002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/>
          <p:cNvSpPr txBox="1"/>
          <p:nvPr/>
        </p:nvSpPr>
        <p:spPr>
          <a:xfrm>
            <a:off x="721340" y="1603524"/>
            <a:ext cx="433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ST</a:t>
            </a:r>
            <a:endParaRPr lang="ko-KR" altLang="en-US" dirty="0"/>
          </a:p>
        </p:txBody>
      </p:sp>
      <p:sp>
        <p:nvSpPr>
          <p:cNvPr id="33" name="TextBox 32"/>
          <p:cNvSpPr txBox="1"/>
          <p:nvPr/>
        </p:nvSpPr>
        <p:spPr>
          <a:xfrm>
            <a:off x="1847254" y="1201504"/>
            <a:ext cx="436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S2</a:t>
            </a:r>
            <a:endParaRPr lang="ko-KR" alt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3510262" y="1612191"/>
            <a:ext cx="436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S1</a:t>
            </a:r>
            <a:endParaRPr lang="ko-KR" alt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2673845" y="2321563"/>
            <a:ext cx="436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S4</a:t>
            </a:r>
            <a:endParaRPr lang="ko-KR" alt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4333445" y="2754962"/>
            <a:ext cx="436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S3</a:t>
            </a:r>
            <a:endParaRPr lang="ko-KR" alt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1740015" y="128465"/>
            <a:ext cx="17043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 smtClean="0">
                <a:solidFill>
                  <a:srgbClr val="0070C0"/>
                </a:solidFill>
              </a:rPr>
              <a:t>A+B+A-B-</a:t>
            </a:r>
            <a:endParaRPr lang="ko-KR" altLang="en-US" sz="2400" b="1" dirty="0">
              <a:solidFill>
                <a:srgbClr val="0070C0"/>
              </a:solidFill>
            </a:endParaRPr>
          </a:p>
        </p:txBody>
      </p:sp>
      <p:pic>
        <p:nvPicPr>
          <p:cNvPr id="38" name="그림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83" y="3881490"/>
            <a:ext cx="4850995" cy="2625589"/>
          </a:xfrm>
          <a:prstGeom prst="rect">
            <a:avLst/>
          </a:prstGeom>
        </p:spPr>
      </p:pic>
      <p:graphicFrame>
        <p:nvGraphicFramePr>
          <p:cNvPr id="47" name="표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5971275"/>
              </p:ext>
            </p:extLst>
          </p:nvPr>
        </p:nvGraphicFramePr>
        <p:xfrm>
          <a:off x="5175433" y="1612192"/>
          <a:ext cx="6681000" cy="319793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13500">
                  <a:extLst>
                    <a:ext uri="{9D8B030D-6E8A-4147-A177-3AD203B41FA5}">
                      <a16:colId xmlns:a16="http://schemas.microsoft.com/office/drawing/2014/main" val="3668568017"/>
                    </a:ext>
                  </a:extLst>
                </a:gridCol>
                <a:gridCol w="1113500">
                  <a:extLst>
                    <a:ext uri="{9D8B030D-6E8A-4147-A177-3AD203B41FA5}">
                      <a16:colId xmlns:a16="http://schemas.microsoft.com/office/drawing/2014/main" val="1253131427"/>
                    </a:ext>
                  </a:extLst>
                </a:gridCol>
                <a:gridCol w="1113500">
                  <a:extLst>
                    <a:ext uri="{9D8B030D-6E8A-4147-A177-3AD203B41FA5}">
                      <a16:colId xmlns:a16="http://schemas.microsoft.com/office/drawing/2014/main" val="47004487"/>
                    </a:ext>
                  </a:extLst>
                </a:gridCol>
                <a:gridCol w="1113500">
                  <a:extLst>
                    <a:ext uri="{9D8B030D-6E8A-4147-A177-3AD203B41FA5}">
                      <a16:colId xmlns:a16="http://schemas.microsoft.com/office/drawing/2014/main" val="1269681834"/>
                    </a:ext>
                  </a:extLst>
                </a:gridCol>
                <a:gridCol w="1113500">
                  <a:extLst>
                    <a:ext uri="{9D8B030D-6E8A-4147-A177-3AD203B41FA5}">
                      <a16:colId xmlns:a16="http://schemas.microsoft.com/office/drawing/2014/main" val="2590819738"/>
                    </a:ext>
                  </a:extLst>
                </a:gridCol>
                <a:gridCol w="1113500">
                  <a:extLst>
                    <a:ext uri="{9D8B030D-6E8A-4147-A177-3AD203B41FA5}">
                      <a16:colId xmlns:a16="http://schemas.microsoft.com/office/drawing/2014/main" val="320950765"/>
                    </a:ext>
                  </a:extLst>
                </a:gridCol>
              </a:tblGrid>
              <a:tr h="7994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릴레이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rgbClr val="0070C0"/>
                          </a:solidFill>
                        </a:rPr>
                        <a:t>R1</a:t>
                      </a:r>
                      <a:endParaRPr lang="ko-KR" altLang="en-US" dirty="0">
                        <a:solidFill>
                          <a:srgbClr val="0070C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rgbClr val="0070C0"/>
                          </a:solidFill>
                        </a:rPr>
                        <a:t>R2</a:t>
                      </a:r>
                      <a:endParaRPr lang="ko-KR" altLang="en-US" dirty="0">
                        <a:solidFill>
                          <a:srgbClr val="0070C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rgbClr val="0070C0"/>
                          </a:solidFill>
                        </a:rPr>
                        <a:t>R3</a:t>
                      </a:r>
                      <a:endParaRPr lang="ko-KR" altLang="en-US" dirty="0">
                        <a:solidFill>
                          <a:srgbClr val="0070C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rgbClr val="0070C0"/>
                          </a:solidFill>
                        </a:rPr>
                        <a:t>R4</a:t>
                      </a:r>
                      <a:endParaRPr lang="ko-KR" altLang="en-US" dirty="0">
                        <a:solidFill>
                          <a:srgbClr val="0070C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rgbClr val="0070C0"/>
                          </a:solidFill>
                        </a:rPr>
                        <a:t>R5</a:t>
                      </a:r>
                      <a:endParaRPr lang="ko-KR" altLang="en-US" dirty="0">
                        <a:solidFill>
                          <a:srgbClr val="0070C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2105671"/>
                  </a:ext>
                </a:extLst>
              </a:tr>
              <a:tr h="7994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동작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ST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R1</a:t>
                      </a:r>
                    </a:p>
                    <a:p>
                      <a:pPr algn="ctr" latinLnBrk="1"/>
                      <a:r>
                        <a:rPr lang="en-US" altLang="ko-KR" dirty="0" smtClean="0"/>
                        <a:t>S2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R2</a:t>
                      </a:r>
                    </a:p>
                    <a:p>
                      <a:pPr algn="ctr" latinLnBrk="1"/>
                      <a:r>
                        <a:rPr lang="en-US" altLang="ko-KR" dirty="0" smtClean="0"/>
                        <a:t>S4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R3</a:t>
                      </a:r>
                    </a:p>
                    <a:p>
                      <a:pPr algn="ctr" latinLnBrk="1"/>
                      <a:r>
                        <a:rPr lang="en-US" altLang="ko-KR" dirty="0" smtClean="0"/>
                        <a:t>S1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R4</a:t>
                      </a:r>
                    </a:p>
                    <a:p>
                      <a:pPr algn="ctr" latinLnBrk="1"/>
                      <a:r>
                        <a:rPr lang="en-US" altLang="ko-KR" dirty="0" smtClean="0"/>
                        <a:t>S3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3933878"/>
                  </a:ext>
                </a:extLst>
              </a:tr>
              <a:tr h="7994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해제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R3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R4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R5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R5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R1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9957185"/>
                  </a:ext>
                </a:extLst>
              </a:tr>
              <a:tr h="7994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출력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SOL1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SOL2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51816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2455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4885374"/>
              </p:ext>
            </p:extLst>
          </p:nvPr>
        </p:nvGraphicFramePr>
        <p:xfrm>
          <a:off x="811021" y="845778"/>
          <a:ext cx="3800987" cy="264736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1672">
                  <a:extLst>
                    <a:ext uri="{9D8B030D-6E8A-4147-A177-3AD203B41FA5}">
                      <a16:colId xmlns:a16="http://schemas.microsoft.com/office/drawing/2014/main" val="2514725591"/>
                    </a:ext>
                  </a:extLst>
                </a:gridCol>
                <a:gridCol w="824218">
                  <a:extLst>
                    <a:ext uri="{9D8B030D-6E8A-4147-A177-3AD203B41FA5}">
                      <a16:colId xmlns:a16="http://schemas.microsoft.com/office/drawing/2014/main" val="2863408740"/>
                    </a:ext>
                  </a:extLst>
                </a:gridCol>
                <a:gridCol w="824218">
                  <a:extLst>
                    <a:ext uri="{9D8B030D-6E8A-4147-A177-3AD203B41FA5}">
                      <a16:colId xmlns:a16="http://schemas.microsoft.com/office/drawing/2014/main" val="3632776524"/>
                    </a:ext>
                  </a:extLst>
                </a:gridCol>
                <a:gridCol w="824218">
                  <a:extLst>
                    <a:ext uri="{9D8B030D-6E8A-4147-A177-3AD203B41FA5}">
                      <a16:colId xmlns:a16="http://schemas.microsoft.com/office/drawing/2014/main" val="2525651813"/>
                    </a:ext>
                  </a:extLst>
                </a:gridCol>
                <a:gridCol w="824218">
                  <a:extLst>
                    <a:ext uri="{9D8B030D-6E8A-4147-A177-3AD203B41FA5}">
                      <a16:colId xmlns:a16="http://schemas.microsoft.com/office/drawing/2014/main" val="2638384329"/>
                    </a:ext>
                  </a:extLst>
                </a:gridCol>
                <a:gridCol w="252443">
                  <a:extLst>
                    <a:ext uri="{9D8B030D-6E8A-4147-A177-3AD203B41FA5}">
                      <a16:colId xmlns:a16="http://schemas.microsoft.com/office/drawing/2014/main" val="2470183595"/>
                    </a:ext>
                  </a:extLst>
                </a:gridCol>
              </a:tblGrid>
              <a:tr h="227576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34821382"/>
                  </a:ext>
                </a:extLst>
              </a:tr>
              <a:tr h="746855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72500428"/>
                  </a:ext>
                </a:extLst>
              </a:tr>
              <a:tr h="331668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2868086"/>
                  </a:ext>
                </a:extLst>
              </a:tr>
              <a:tr h="777338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39219063"/>
                  </a:ext>
                </a:extLst>
              </a:tr>
              <a:tr h="391654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8989474"/>
                  </a:ext>
                </a:extLst>
              </a:tr>
            </a:tbl>
          </a:graphicData>
        </a:graphic>
      </p:graphicFrame>
      <p:cxnSp>
        <p:nvCxnSpPr>
          <p:cNvPr id="6" name="직선 연결선 5"/>
          <p:cNvCxnSpPr/>
          <p:nvPr/>
        </p:nvCxnSpPr>
        <p:spPr>
          <a:xfrm flipV="1">
            <a:off x="1041721" y="1211773"/>
            <a:ext cx="834704" cy="75081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/>
          <p:cNvCxnSpPr/>
          <p:nvPr/>
        </p:nvCxnSpPr>
        <p:spPr>
          <a:xfrm>
            <a:off x="2711514" y="1952762"/>
            <a:ext cx="173110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/>
        </p:nvCxnSpPr>
        <p:spPr>
          <a:xfrm>
            <a:off x="1910750" y="1181579"/>
            <a:ext cx="763095" cy="75719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/>
          <p:nvPr/>
        </p:nvCxnSpPr>
        <p:spPr>
          <a:xfrm flipV="1">
            <a:off x="2735867" y="2322689"/>
            <a:ext cx="834704" cy="75081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/>
        </p:nvCxnSpPr>
        <p:spPr>
          <a:xfrm>
            <a:off x="3546218" y="2352458"/>
            <a:ext cx="800764" cy="70784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>
            <a:off x="1041721" y="3103272"/>
            <a:ext cx="166979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45215" y="1377714"/>
            <a:ext cx="3658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 smtClean="0"/>
              <a:t>A</a:t>
            </a:r>
            <a:endParaRPr lang="ko-KR" altLang="en-US" sz="2000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449006" y="2527810"/>
            <a:ext cx="3481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 smtClean="0"/>
              <a:t>B</a:t>
            </a:r>
            <a:endParaRPr lang="ko-KR" altLang="en-US" sz="2000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862242" y="509667"/>
            <a:ext cx="3337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 smtClean="0"/>
              <a:t>1</a:t>
            </a:r>
            <a:endParaRPr lang="ko-KR" altLang="en-US" sz="2000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1709552" y="509667"/>
            <a:ext cx="3337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 smtClean="0"/>
              <a:t>2</a:t>
            </a:r>
            <a:endParaRPr lang="ko-KR" altLang="en-US" sz="2000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2544641" y="509667"/>
            <a:ext cx="3337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 smtClean="0"/>
              <a:t>3</a:t>
            </a:r>
            <a:endParaRPr lang="ko-KR" altLang="en-US" sz="2000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3379730" y="509667"/>
            <a:ext cx="3337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 smtClean="0"/>
              <a:t>4</a:t>
            </a:r>
            <a:endParaRPr lang="ko-KR" altLang="en-US" sz="2000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4180109" y="509667"/>
            <a:ext cx="3337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 smtClean="0"/>
              <a:t>5</a:t>
            </a:r>
            <a:endParaRPr lang="ko-KR" altLang="en-US" sz="2000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592625" y="992334"/>
            <a:ext cx="3337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 smtClean="0"/>
              <a:t>1</a:t>
            </a:r>
            <a:endParaRPr lang="ko-KR" altLang="en-US" sz="2000" b="1" dirty="0"/>
          </a:p>
        </p:txBody>
      </p:sp>
      <p:sp>
        <p:nvSpPr>
          <p:cNvPr id="24" name="TextBox 23"/>
          <p:cNvSpPr txBox="1"/>
          <p:nvPr/>
        </p:nvSpPr>
        <p:spPr>
          <a:xfrm>
            <a:off x="574636" y="2101408"/>
            <a:ext cx="3337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 smtClean="0"/>
              <a:t>1</a:t>
            </a:r>
            <a:endParaRPr lang="ko-KR" altLang="en-US" sz="2000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589783" y="1752707"/>
            <a:ext cx="3337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 smtClean="0"/>
              <a:t>0</a:t>
            </a:r>
            <a:endParaRPr lang="ko-KR" altLang="en-US" sz="2000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550283" y="2906511"/>
            <a:ext cx="3337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 smtClean="0"/>
              <a:t>0</a:t>
            </a:r>
            <a:endParaRPr lang="ko-KR" altLang="en-US" sz="2000" b="1" dirty="0"/>
          </a:p>
        </p:txBody>
      </p:sp>
      <p:sp>
        <p:nvSpPr>
          <p:cNvPr id="27" name="타원 26"/>
          <p:cNvSpPr/>
          <p:nvPr/>
        </p:nvSpPr>
        <p:spPr>
          <a:xfrm>
            <a:off x="995581" y="1870308"/>
            <a:ext cx="163585" cy="151002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타원 27"/>
          <p:cNvSpPr/>
          <p:nvPr/>
        </p:nvSpPr>
        <p:spPr>
          <a:xfrm>
            <a:off x="1812157" y="1136271"/>
            <a:ext cx="163585" cy="151002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타원 28"/>
          <p:cNvSpPr/>
          <p:nvPr/>
        </p:nvSpPr>
        <p:spPr>
          <a:xfrm>
            <a:off x="2622800" y="1863275"/>
            <a:ext cx="163585" cy="151002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타원 29"/>
          <p:cNvSpPr/>
          <p:nvPr/>
        </p:nvSpPr>
        <p:spPr>
          <a:xfrm>
            <a:off x="3449124" y="2273194"/>
            <a:ext cx="163585" cy="151002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타원 30"/>
          <p:cNvSpPr/>
          <p:nvPr/>
        </p:nvSpPr>
        <p:spPr>
          <a:xfrm>
            <a:off x="4279032" y="2996875"/>
            <a:ext cx="163585" cy="151002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/>
          <p:cNvSpPr txBox="1"/>
          <p:nvPr/>
        </p:nvSpPr>
        <p:spPr>
          <a:xfrm>
            <a:off x="721340" y="1603524"/>
            <a:ext cx="433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ST</a:t>
            </a:r>
            <a:endParaRPr lang="ko-KR" altLang="en-US" dirty="0"/>
          </a:p>
        </p:txBody>
      </p:sp>
      <p:sp>
        <p:nvSpPr>
          <p:cNvPr id="33" name="TextBox 32"/>
          <p:cNvSpPr txBox="1"/>
          <p:nvPr/>
        </p:nvSpPr>
        <p:spPr>
          <a:xfrm>
            <a:off x="1773606" y="1309448"/>
            <a:ext cx="436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S2</a:t>
            </a:r>
            <a:endParaRPr lang="ko-KR" alt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2673845" y="1612231"/>
            <a:ext cx="436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S1</a:t>
            </a:r>
            <a:endParaRPr lang="ko-KR" alt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3476113" y="2491831"/>
            <a:ext cx="436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S4</a:t>
            </a:r>
            <a:endParaRPr lang="ko-KR" alt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4333445" y="2754962"/>
            <a:ext cx="436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S3</a:t>
            </a:r>
            <a:endParaRPr lang="ko-KR" alt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1740015" y="128465"/>
            <a:ext cx="17043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 smtClean="0">
                <a:solidFill>
                  <a:srgbClr val="0070C0"/>
                </a:solidFill>
              </a:rPr>
              <a:t>A+A-B+B-</a:t>
            </a:r>
            <a:endParaRPr lang="ko-KR" altLang="en-US" sz="2400" b="1" dirty="0">
              <a:solidFill>
                <a:srgbClr val="0070C0"/>
              </a:solidFill>
            </a:endParaRPr>
          </a:p>
        </p:txBody>
      </p:sp>
      <p:pic>
        <p:nvPicPr>
          <p:cNvPr id="38" name="그림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83" y="3881490"/>
            <a:ext cx="4850995" cy="2625589"/>
          </a:xfrm>
          <a:prstGeom prst="rect">
            <a:avLst/>
          </a:prstGeom>
        </p:spPr>
      </p:pic>
      <p:graphicFrame>
        <p:nvGraphicFramePr>
          <p:cNvPr id="47" name="표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3525958"/>
              </p:ext>
            </p:extLst>
          </p:nvPr>
        </p:nvGraphicFramePr>
        <p:xfrm>
          <a:off x="5175433" y="1612192"/>
          <a:ext cx="6681000" cy="319793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13500">
                  <a:extLst>
                    <a:ext uri="{9D8B030D-6E8A-4147-A177-3AD203B41FA5}">
                      <a16:colId xmlns:a16="http://schemas.microsoft.com/office/drawing/2014/main" val="3668568017"/>
                    </a:ext>
                  </a:extLst>
                </a:gridCol>
                <a:gridCol w="1113500">
                  <a:extLst>
                    <a:ext uri="{9D8B030D-6E8A-4147-A177-3AD203B41FA5}">
                      <a16:colId xmlns:a16="http://schemas.microsoft.com/office/drawing/2014/main" val="1253131427"/>
                    </a:ext>
                  </a:extLst>
                </a:gridCol>
                <a:gridCol w="1113500">
                  <a:extLst>
                    <a:ext uri="{9D8B030D-6E8A-4147-A177-3AD203B41FA5}">
                      <a16:colId xmlns:a16="http://schemas.microsoft.com/office/drawing/2014/main" val="47004487"/>
                    </a:ext>
                  </a:extLst>
                </a:gridCol>
                <a:gridCol w="1102852">
                  <a:extLst>
                    <a:ext uri="{9D8B030D-6E8A-4147-A177-3AD203B41FA5}">
                      <a16:colId xmlns:a16="http://schemas.microsoft.com/office/drawing/2014/main" val="1269681834"/>
                    </a:ext>
                  </a:extLst>
                </a:gridCol>
                <a:gridCol w="1124148">
                  <a:extLst>
                    <a:ext uri="{9D8B030D-6E8A-4147-A177-3AD203B41FA5}">
                      <a16:colId xmlns:a16="http://schemas.microsoft.com/office/drawing/2014/main" val="2590819738"/>
                    </a:ext>
                  </a:extLst>
                </a:gridCol>
                <a:gridCol w="1113500">
                  <a:extLst>
                    <a:ext uri="{9D8B030D-6E8A-4147-A177-3AD203B41FA5}">
                      <a16:colId xmlns:a16="http://schemas.microsoft.com/office/drawing/2014/main" val="320950765"/>
                    </a:ext>
                  </a:extLst>
                </a:gridCol>
              </a:tblGrid>
              <a:tr h="7994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릴레이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rgbClr val="0070C0"/>
                          </a:solidFill>
                        </a:rPr>
                        <a:t>R1</a:t>
                      </a:r>
                      <a:endParaRPr lang="ko-KR" altLang="en-US" dirty="0">
                        <a:solidFill>
                          <a:srgbClr val="0070C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rgbClr val="0070C0"/>
                          </a:solidFill>
                        </a:rPr>
                        <a:t>R2</a:t>
                      </a:r>
                      <a:endParaRPr lang="ko-KR" altLang="en-US" dirty="0">
                        <a:solidFill>
                          <a:srgbClr val="0070C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rgbClr val="0070C0"/>
                          </a:solidFill>
                        </a:rPr>
                        <a:t>R3</a:t>
                      </a:r>
                      <a:endParaRPr lang="ko-KR" altLang="en-US" dirty="0">
                        <a:solidFill>
                          <a:srgbClr val="0070C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rgbClr val="0070C0"/>
                          </a:solidFill>
                        </a:rPr>
                        <a:t>R4</a:t>
                      </a:r>
                      <a:endParaRPr lang="ko-KR" altLang="en-US" dirty="0">
                        <a:solidFill>
                          <a:srgbClr val="0070C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rgbClr val="0070C0"/>
                          </a:solidFill>
                        </a:rPr>
                        <a:t>R5</a:t>
                      </a:r>
                      <a:endParaRPr lang="ko-KR" altLang="en-US" dirty="0">
                        <a:solidFill>
                          <a:srgbClr val="0070C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2105671"/>
                  </a:ext>
                </a:extLst>
              </a:tr>
              <a:tr h="7994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동작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ST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R1</a:t>
                      </a:r>
                    </a:p>
                    <a:p>
                      <a:pPr algn="ctr" latinLnBrk="1"/>
                      <a:r>
                        <a:rPr lang="en-US" altLang="ko-KR" dirty="0" smtClean="0"/>
                        <a:t>S2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R2</a:t>
                      </a:r>
                    </a:p>
                    <a:p>
                      <a:pPr algn="ctr" latinLnBrk="1"/>
                      <a:r>
                        <a:rPr lang="en-US" altLang="ko-KR" dirty="0" smtClean="0"/>
                        <a:t>S1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R3</a:t>
                      </a:r>
                    </a:p>
                    <a:p>
                      <a:pPr algn="ctr" latinLnBrk="1"/>
                      <a:r>
                        <a:rPr lang="en-US" altLang="ko-KR" dirty="0" smtClean="0"/>
                        <a:t>S4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R4</a:t>
                      </a:r>
                    </a:p>
                    <a:p>
                      <a:pPr algn="ctr" latinLnBrk="1"/>
                      <a:r>
                        <a:rPr lang="en-US" altLang="ko-KR" dirty="0" smtClean="0"/>
                        <a:t>S3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3933878"/>
                  </a:ext>
                </a:extLst>
              </a:tr>
              <a:tr h="7994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해제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R2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R5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R4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R5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R1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9957185"/>
                  </a:ext>
                </a:extLst>
              </a:tr>
              <a:tr h="7994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출력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SOL1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SOL2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51816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7880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4885374"/>
              </p:ext>
            </p:extLst>
          </p:nvPr>
        </p:nvGraphicFramePr>
        <p:xfrm>
          <a:off x="811021" y="845778"/>
          <a:ext cx="3800987" cy="264736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1672">
                  <a:extLst>
                    <a:ext uri="{9D8B030D-6E8A-4147-A177-3AD203B41FA5}">
                      <a16:colId xmlns:a16="http://schemas.microsoft.com/office/drawing/2014/main" val="2514725591"/>
                    </a:ext>
                  </a:extLst>
                </a:gridCol>
                <a:gridCol w="824218">
                  <a:extLst>
                    <a:ext uri="{9D8B030D-6E8A-4147-A177-3AD203B41FA5}">
                      <a16:colId xmlns:a16="http://schemas.microsoft.com/office/drawing/2014/main" val="2863408740"/>
                    </a:ext>
                  </a:extLst>
                </a:gridCol>
                <a:gridCol w="824218">
                  <a:extLst>
                    <a:ext uri="{9D8B030D-6E8A-4147-A177-3AD203B41FA5}">
                      <a16:colId xmlns:a16="http://schemas.microsoft.com/office/drawing/2014/main" val="3632776524"/>
                    </a:ext>
                  </a:extLst>
                </a:gridCol>
                <a:gridCol w="824218">
                  <a:extLst>
                    <a:ext uri="{9D8B030D-6E8A-4147-A177-3AD203B41FA5}">
                      <a16:colId xmlns:a16="http://schemas.microsoft.com/office/drawing/2014/main" val="2525651813"/>
                    </a:ext>
                  </a:extLst>
                </a:gridCol>
                <a:gridCol w="824218">
                  <a:extLst>
                    <a:ext uri="{9D8B030D-6E8A-4147-A177-3AD203B41FA5}">
                      <a16:colId xmlns:a16="http://schemas.microsoft.com/office/drawing/2014/main" val="2638384329"/>
                    </a:ext>
                  </a:extLst>
                </a:gridCol>
                <a:gridCol w="252443">
                  <a:extLst>
                    <a:ext uri="{9D8B030D-6E8A-4147-A177-3AD203B41FA5}">
                      <a16:colId xmlns:a16="http://schemas.microsoft.com/office/drawing/2014/main" val="2470183595"/>
                    </a:ext>
                  </a:extLst>
                </a:gridCol>
              </a:tblGrid>
              <a:tr h="227576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34821382"/>
                  </a:ext>
                </a:extLst>
              </a:tr>
              <a:tr h="746855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72500428"/>
                  </a:ext>
                </a:extLst>
              </a:tr>
              <a:tr h="331668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2868086"/>
                  </a:ext>
                </a:extLst>
              </a:tr>
              <a:tr h="777338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39219063"/>
                  </a:ext>
                </a:extLst>
              </a:tr>
              <a:tr h="391654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8989474"/>
                  </a:ext>
                </a:extLst>
              </a:tr>
            </a:tbl>
          </a:graphicData>
        </a:graphic>
      </p:graphicFrame>
      <p:cxnSp>
        <p:nvCxnSpPr>
          <p:cNvPr id="6" name="직선 연결선 5"/>
          <p:cNvCxnSpPr/>
          <p:nvPr/>
        </p:nvCxnSpPr>
        <p:spPr>
          <a:xfrm flipV="1">
            <a:off x="1041721" y="1211773"/>
            <a:ext cx="834704" cy="75081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/>
          <p:cNvCxnSpPr/>
          <p:nvPr/>
        </p:nvCxnSpPr>
        <p:spPr>
          <a:xfrm>
            <a:off x="1855549" y="1202798"/>
            <a:ext cx="173110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/>
        </p:nvCxnSpPr>
        <p:spPr>
          <a:xfrm>
            <a:off x="3563118" y="1215660"/>
            <a:ext cx="763095" cy="75719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/>
          <p:nvPr/>
        </p:nvCxnSpPr>
        <p:spPr>
          <a:xfrm flipV="1">
            <a:off x="1910750" y="2322094"/>
            <a:ext cx="834704" cy="75081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/>
        </p:nvCxnSpPr>
        <p:spPr>
          <a:xfrm>
            <a:off x="2721101" y="2351863"/>
            <a:ext cx="800764" cy="70784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>
            <a:off x="1041721" y="3103272"/>
            <a:ext cx="869029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45215" y="1377714"/>
            <a:ext cx="3658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 smtClean="0"/>
              <a:t>A</a:t>
            </a:r>
            <a:endParaRPr lang="ko-KR" altLang="en-US" sz="2000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449006" y="2527810"/>
            <a:ext cx="3481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 smtClean="0"/>
              <a:t>B</a:t>
            </a:r>
            <a:endParaRPr lang="ko-KR" altLang="en-US" sz="2000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862242" y="509667"/>
            <a:ext cx="3337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 smtClean="0"/>
              <a:t>1</a:t>
            </a:r>
            <a:endParaRPr lang="ko-KR" altLang="en-US" sz="2000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1709552" y="509667"/>
            <a:ext cx="3337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 smtClean="0"/>
              <a:t>2</a:t>
            </a:r>
            <a:endParaRPr lang="ko-KR" altLang="en-US" sz="2000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2544641" y="509667"/>
            <a:ext cx="3337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 smtClean="0"/>
              <a:t>3</a:t>
            </a:r>
            <a:endParaRPr lang="ko-KR" altLang="en-US" sz="2000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3379730" y="509667"/>
            <a:ext cx="3337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 smtClean="0"/>
              <a:t>4</a:t>
            </a:r>
            <a:endParaRPr lang="ko-KR" altLang="en-US" sz="2000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4180109" y="509667"/>
            <a:ext cx="3337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 smtClean="0"/>
              <a:t>5</a:t>
            </a:r>
            <a:endParaRPr lang="ko-KR" altLang="en-US" sz="2000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592625" y="992334"/>
            <a:ext cx="3337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 smtClean="0"/>
              <a:t>1</a:t>
            </a:r>
            <a:endParaRPr lang="ko-KR" altLang="en-US" sz="2000" b="1" dirty="0"/>
          </a:p>
        </p:txBody>
      </p:sp>
      <p:sp>
        <p:nvSpPr>
          <p:cNvPr id="24" name="TextBox 23"/>
          <p:cNvSpPr txBox="1"/>
          <p:nvPr/>
        </p:nvSpPr>
        <p:spPr>
          <a:xfrm>
            <a:off x="574636" y="2101408"/>
            <a:ext cx="3337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 smtClean="0"/>
              <a:t>1</a:t>
            </a:r>
            <a:endParaRPr lang="ko-KR" altLang="en-US" sz="2000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589783" y="1752707"/>
            <a:ext cx="3337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 smtClean="0"/>
              <a:t>0</a:t>
            </a:r>
            <a:endParaRPr lang="ko-KR" altLang="en-US" sz="2000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550283" y="2906511"/>
            <a:ext cx="3337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 smtClean="0"/>
              <a:t>0</a:t>
            </a:r>
            <a:endParaRPr lang="ko-KR" altLang="en-US" sz="2000" b="1" dirty="0"/>
          </a:p>
        </p:txBody>
      </p:sp>
      <p:sp>
        <p:nvSpPr>
          <p:cNvPr id="27" name="타원 26"/>
          <p:cNvSpPr/>
          <p:nvPr/>
        </p:nvSpPr>
        <p:spPr>
          <a:xfrm>
            <a:off x="995581" y="1870308"/>
            <a:ext cx="163585" cy="151002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타원 27"/>
          <p:cNvSpPr/>
          <p:nvPr/>
        </p:nvSpPr>
        <p:spPr>
          <a:xfrm>
            <a:off x="1812157" y="1136271"/>
            <a:ext cx="163585" cy="151002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타원 28"/>
          <p:cNvSpPr/>
          <p:nvPr/>
        </p:nvSpPr>
        <p:spPr>
          <a:xfrm>
            <a:off x="4265189" y="1877261"/>
            <a:ext cx="163585" cy="151002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타원 29"/>
          <p:cNvSpPr/>
          <p:nvPr/>
        </p:nvSpPr>
        <p:spPr>
          <a:xfrm>
            <a:off x="2624007" y="2272599"/>
            <a:ext cx="163585" cy="151002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타원 30"/>
          <p:cNvSpPr/>
          <p:nvPr/>
        </p:nvSpPr>
        <p:spPr>
          <a:xfrm>
            <a:off x="3453915" y="2996280"/>
            <a:ext cx="163585" cy="151002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/>
          <p:cNvSpPr txBox="1"/>
          <p:nvPr/>
        </p:nvSpPr>
        <p:spPr>
          <a:xfrm>
            <a:off x="721340" y="1603524"/>
            <a:ext cx="433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ST</a:t>
            </a:r>
            <a:endParaRPr lang="ko-KR" altLang="en-US" dirty="0"/>
          </a:p>
        </p:txBody>
      </p:sp>
      <p:sp>
        <p:nvSpPr>
          <p:cNvPr id="33" name="TextBox 32"/>
          <p:cNvSpPr txBox="1"/>
          <p:nvPr/>
        </p:nvSpPr>
        <p:spPr>
          <a:xfrm>
            <a:off x="1843484" y="1192389"/>
            <a:ext cx="436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S2</a:t>
            </a:r>
            <a:endParaRPr lang="ko-KR" alt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4329425" y="1612192"/>
            <a:ext cx="436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S1</a:t>
            </a:r>
            <a:endParaRPr lang="ko-KR" alt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2650996" y="2491236"/>
            <a:ext cx="436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S4</a:t>
            </a:r>
            <a:endParaRPr lang="ko-KR" alt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3508328" y="2754367"/>
            <a:ext cx="436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S3</a:t>
            </a:r>
            <a:endParaRPr lang="ko-KR" alt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1740015" y="128465"/>
            <a:ext cx="17043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 smtClean="0">
                <a:solidFill>
                  <a:srgbClr val="0070C0"/>
                </a:solidFill>
              </a:rPr>
              <a:t>A+B+B-A-</a:t>
            </a:r>
            <a:endParaRPr lang="ko-KR" altLang="en-US" sz="2400" b="1" dirty="0">
              <a:solidFill>
                <a:srgbClr val="0070C0"/>
              </a:solidFill>
            </a:endParaRPr>
          </a:p>
        </p:txBody>
      </p:sp>
      <p:pic>
        <p:nvPicPr>
          <p:cNvPr id="38" name="그림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83" y="3881490"/>
            <a:ext cx="4850995" cy="2625589"/>
          </a:xfrm>
          <a:prstGeom prst="rect">
            <a:avLst/>
          </a:prstGeom>
        </p:spPr>
      </p:pic>
      <p:graphicFrame>
        <p:nvGraphicFramePr>
          <p:cNvPr id="47" name="표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9103065"/>
              </p:ext>
            </p:extLst>
          </p:nvPr>
        </p:nvGraphicFramePr>
        <p:xfrm>
          <a:off x="5175433" y="1612192"/>
          <a:ext cx="6681000" cy="319793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13500">
                  <a:extLst>
                    <a:ext uri="{9D8B030D-6E8A-4147-A177-3AD203B41FA5}">
                      <a16:colId xmlns:a16="http://schemas.microsoft.com/office/drawing/2014/main" val="3668568017"/>
                    </a:ext>
                  </a:extLst>
                </a:gridCol>
                <a:gridCol w="1113500">
                  <a:extLst>
                    <a:ext uri="{9D8B030D-6E8A-4147-A177-3AD203B41FA5}">
                      <a16:colId xmlns:a16="http://schemas.microsoft.com/office/drawing/2014/main" val="1253131427"/>
                    </a:ext>
                  </a:extLst>
                </a:gridCol>
                <a:gridCol w="1113500">
                  <a:extLst>
                    <a:ext uri="{9D8B030D-6E8A-4147-A177-3AD203B41FA5}">
                      <a16:colId xmlns:a16="http://schemas.microsoft.com/office/drawing/2014/main" val="47004487"/>
                    </a:ext>
                  </a:extLst>
                </a:gridCol>
                <a:gridCol w="1113500">
                  <a:extLst>
                    <a:ext uri="{9D8B030D-6E8A-4147-A177-3AD203B41FA5}">
                      <a16:colId xmlns:a16="http://schemas.microsoft.com/office/drawing/2014/main" val="1269681834"/>
                    </a:ext>
                  </a:extLst>
                </a:gridCol>
                <a:gridCol w="1113500">
                  <a:extLst>
                    <a:ext uri="{9D8B030D-6E8A-4147-A177-3AD203B41FA5}">
                      <a16:colId xmlns:a16="http://schemas.microsoft.com/office/drawing/2014/main" val="2590819738"/>
                    </a:ext>
                  </a:extLst>
                </a:gridCol>
                <a:gridCol w="1113500">
                  <a:extLst>
                    <a:ext uri="{9D8B030D-6E8A-4147-A177-3AD203B41FA5}">
                      <a16:colId xmlns:a16="http://schemas.microsoft.com/office/drawing/2014/main" val="320950765"/>
                    </a:ext>
                  </a:extLst>
                </a:gridCol>
              </a:tblGrid>
              <a:tr h="7994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릴레이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rgbClr val="0070C0"/>
                          </a:solidFill>
                        </a:rPr>
                        <a:t>R1</a:t>
                      </a:r>
                      <a:endParaRPr lang="ko-KR" altLang="en-US" dirty="0">
                        <a:solidFill>
                          <a:srgbClr val="0070C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rgbClr val="0070C0"/>
                          </a:solidFill>
                        </a:rPr>
                        <a:t>R2</a:t>
                      </a:r>
                      <a:endParaRPr lang="ko-KR" altLang="en-US" dirty="0">
                        <a:solidFill>
                          <a:srgbClr val="0070C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rgbClr val="0070C0"/>
                          </a:solidFill>
                        </a:rPr>
                        <a:t>R3</a:t>
                      </a:r>
                      <a:endParaRPr lang="ko-KR" altLang="en-US" dirty="0">
                        <a:solidFill>
                          <a:srgbClr val="0070C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rgbClr val="0070C0"/>
                          </a:solidFill>
                        </a:rPr>
                        <a:t>R4</a:t>
                      </a:r>
                      <a:endParaRPr lang="ko-KR" altLang="en-US" dirty="0">
                        <a:solidFill>
                          <a:srgbClr val="0070C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rgbClr val="0070C0"/>
                          </a:solidFill>
                        </a:rPr>
                        <a:t>R5</a:t>
                      </a:r>
                      <a:endParaRPr lang="ko-KR" altLang="en-US" dirty="0">
                        <a:solidFill>
                          <a:srgbClr val="0070C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2105671"/>
                  </a:ext>
                </a:extLst>
              </a:tr>
              <a:tr h="7994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동작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ST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R1</a:t>
                      </a:r>
                    </a:p>
                    <a:p>
                      <a:pPr algn="ctr" latinLnBrk="1"/>
                      <a:r>
                        <a:rPr lang="en-US" altLang="ko-KR" dirty="0" smtClean="0"/>
                        <a:t>S2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R2</a:t>
                      </a:r>
                    </a:p>
                    <a:p>
                      <a:pPr algn="ctr" latinLnBrk="1"/>
                      <a:r>
                        <a:rPr lang="en-US" altLang="ko-KR" dirty="0" smtClean="0"/>
                        <a:t>S4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R3</a:t>
                      </a:r>
                    </a:p>
                    <a:p>
                      <a:pPr algn="ctr" latinLnBrk="1"/>
                      <a:r>
                        <a:rPr lang="en-US" altLang="ko-KR" dirty="0" smtClean="0"/>
                        <a:t>S3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R4</a:t>
                      </a:r>
                    </a:p>
                    <a:p>
                      <a:pPr algn="ctr" latinLnBrk="1"/>
                      <a:r>
                        <a:rPr lang="en-US" altLang="ko-KR" dirty="0" smtClean="0"/>
                        <a:t>S1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3933878"/>
                  </a:ext>
                </a:extLst>
              </a:tr>
              <a:tr h="7994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해제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R4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R3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R5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R5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R1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9957185"/>
                  </a:ext>
                </a:extLst>
              </a:tr>
              <a:tr h="7994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출력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SOL1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SOL2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5181611"/>
                  </a:ext>
                </a:extLst>
              </a:tr>
            </a:tbl>
          </a:graphicData>
        </a:graphic>
      </p:graphicFrame>
      <p:cxnSp>
        <p:nvCxnSpPr>
          <p:cNvPr id="39" name="직선 연결선 38"/>
          <p:cNvCxnSpPr/>
          <p:nvPr/>
        </p:nvCxnSpPr>
        <p:spPr>
          <a:xfrm>
            <a:off x="3573588" y="3077380"/>
            <a:ext cx="869029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3190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126</Words>
  <Application>Microsoft Office PowerPoint</Application>
  <PresentationFormat>와이드스크린</PresentationFormat>
  <Paragraphs>126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9</cp:revision>
  <dcterms:created xsi:type="dcterms:W3CDTF">2026-04-23T06:34:51Z</dcterms:created>
  <dcterms:modified xsi:type="dcterms:W3CDTF">2026-04-23T08:30:12Z</dcterms:modified>
</cp:coreProperties>
</file>
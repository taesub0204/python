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84" r:id="rId5"/>
    <p:sldId id="285" r:id="rId6"/>
    <p:sldId id="286" r:id="rId7"/>
    <p:sldId id="287" r:id="rId8"/>
    <p:sldId id="283" r:id="rId9"/>
  </p:sldIdLst>
  <p:sldSz cx="9906000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01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764"/>
      </p:cViewPr>
      <p:guideLst>
        <p:guide orient="horz" pos="221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2649538" y="44450"/>
            <a:ext cx="7199312" cy="290513"/>
          </a:xfrm>
          <a:prstGeom prst="rect">
            <a:avLst/>
          </a:prstGeom>
          <a:noFill/>
          <a:ln>
            <a:noFill/>
          </a:ln>
        </p:spPr>
        <p:txBody>
          <a:bodyPr t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길벗 학교  정보처리기사 필기 자격증 과정</a:t>
            </a:r>
          </a:p>
        </p:txBody>
      </p:sp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15875" y="17463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400" b="1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김종일 선생님</a:t>
            </a:r>
          </a:p>
        </p:txBody>
      </p:sp>
    </p:spTree>
    <p:extLst>
      <p:ext uri="{BB962C8B-B14F-4D97-AF65-F5344CB8AC3E}">
        <p14:creationId xmlns:p14="http://schemas.microsoft.com/office/powerpoint/2010/main" val="227040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5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50108"/>
            <a:ext cx="8543925" cy="2920093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697827"/>
            <a:ext cx="8543925" cy="1535608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/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75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45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90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73748"/>
            <a:ext cx="8543925" cy="13568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720857"/>
            <a:ext cx="4190702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64223"/>
            <a:ext cx="4190702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720857"/>
            <a:ext cx="4211340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64223"/>
            <a:ext cx="4211340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15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0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17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010741"/>
            <a:ext cx="5014913" cy="4988697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20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010741"/>
            <a:ext cx="5014913" cy="4988697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4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73746"/>
            <a:ext cx="2135981" cy="59490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73746"/>
            <a:ext cx="6284119" cy="59490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03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73748"/>
            <a:ext cx="8543925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68730"/>
            <a:ext cx="8543925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506432"/>
            <a:ext cx="3343275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35980" rtl="0" eaLnBrk="1" latinLnBrk="1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1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44592;&#49324;&#54596;&#44592;_1&#44284;&#47785;_1&#51109;.pptx" TargetMode="External"/><Relationship Id="rId7" Type="http://schemas.openxmlformats.org/officeDocument/2006/relationships/slide" Target="slide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3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293158" y="6607711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1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590539" y="1920785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590539" y="2579463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4590539" y="3208275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4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4590539" y="3837087"/>
            <a:ext cx="3384550" cy="298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15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384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5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4052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08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53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042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424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0</Words>
  <Application>Microsoft Office PowerPoint</Application>
  <PresentationFormat>사용자 지정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돋움체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길벗알앤디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istrator admin</dc:creator>
  <cp:lastModifiedBy>출판사 길벗</cp:lastModifiedBy>
  <cp:revision>55</cp:revision>
  <dcterms:created xsi:type="dcterms:W3CDTF">2021-01-14T00:52:41Z</dcterms:created>
  <dcterms:modified xsi:type="dcterms:W3CDTF">2026-01-27T07:40:10Z</dcterms:modified>
</cp:coreProperties>
</file>
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78" r:id="rId5"/>
    <p:sldId id="277" r:id="rId6"/>
  </p:sldIdLst>
  <p:sldSz cx="9906000" cy="7019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9" autoAdjust="0"/>
    <p:restoredTop sz="94660"/>
  </p:normalViewPr>
  <p:slideViewPr>
    <p:cSldViewPr snapToGrid="0">
      <p:cViewPr varScale="1">
        <p:scale>
          <a:sx n="80" d="100"/>
          <a:sy n="80" d="100"/>
        </p:scale>
        <p:origin x="68" y="1812"/>
      </p:cViewPr>
      <p:guideLst>
        <p:guide orient="horz" pos="2211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9"/>
          <p:cNvSpPr txBox="1">
            <a:spLocks noChangeArrowheads="1"/>
          </p:cNvSpPr>
          <p:nvPr userDrawn="1"/>
        </p:nvSpPr>
        <p:spPr bwMode="auto">
          <a:xfrm>
            <a:off x="2649538" y="44450"/>
            <a:ext cx="7199312" cy="290513"/>
          </a:xfrm>
          <a:prstGeom prst="rect">
            <a:avLst/>
          </a:prstGeom>
          <a:noFill/>
          <a:ln>
            <a:noFill/>
          </a:ln>
        </p:spPr>
        <p:txBody>
          <a:bodyPr t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ko-KR" altLang="en-US" sz="1600" dirty="0">
                <a:solidFill>
                  <a:srgbClr val="FFFF00"/>
                </a:solidFill>
                <a:latin typeface="돋움체" pitchFamily="49" charset="-127"/>
                <a:ea typeface="돋움체" pitchFamily="49" charset="-127"/>
              </a:rPr>
              <a:t>길벗 학교  정보처리기사 필기 자격증 과정</a:t>
            </a:r>
          </a:p>
        </p:txBody>
      </p:sp>
      <p:sp>
        <p:nvSpPr>
          <p:cNvPr id="9" name="Text Box 10"/>
          <p:cNvSpPr txBox="1">
            <a:spLocks noChangeArrowheads="1"/>
          </p:cNvSpPr>
          <p:nvPr userDrawn="1"/>
        </p:nvSpPr>
        <p:spPr bwMode="auto">
          <a:xfrm>
            <a:off x="15875" y="17463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ko-KR" altLang="en-US" sz="1400" b="1">
                <a:solidFill>
                  <a:srgbClr val="FFFF00"/>
                </a:solidFill>
                <a:latin typeface="돋움체" pitchFamily="49" charset="-127"/>
                <a:ea typeface="돋움체" pitchFamily="49" charset="-127"/>
              </a:rPr>
              <a:t>김종일 선생님</a:t>
            </a:r>
          </a:p>
        </p:txBody>
      </p:sp>
    </p:spTree>
    <p:extLst>
      <p:ext uri="{BB962C8B-B14F-4D97-AF65-F5344CB8AC3E}">
        <p14:creationId xmlns:p14="http://schemas.microsoft.com/office/powerpoint/2010/main" val="227040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5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50108"/>
            <a:ext cx="8543925" cy="2920093"/>
          </a:xfrm>
        </p:spPr>
        <p:txBody>
          <a:bodyPr anchor="b"/>
          <a:lstStyle>
            <a:lvl1pPr>
              <a:defRPr sz="614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697827"/>
            <a:ext cx="8543925" cy="1535608"/>
          </a:xfrm>
        </p:spPr>
        <p:txBody>
          <a:bodyPr/>
          <a:lstStyle>
            <a:lvl1pPr marL="0" indent="0">
              <a:buNone/>
              <a:defRPr sz="2457">
                <a:solidFill>
                  <a:schemeClr val="tx1"/>
                </a:solidFill>
              </a:defRPr>
            </a:lvl1pPr>
            <a:lvl2pPr marL="467990" indent="0">
              <a:buNone/>
              <a:defRPr sz="2047">
                <a:solidFill>
                  <a:schemeClr val="tx1">
                    <a:tint val="75000"/>
                  </a:schemeClr>
                </a:solidFill>
              </a:defRPr>
            </a:lvl2pPr>
            <a:lvl3pPr marL="935980" indent="0">
              <a:buNone/>
              <a:defRPr sz="1842">
                <a:solidFill>
                  <a:schemeClr val="tx1">
                    <a:tint val="75000"/>
                  </a:schemeClr>
                </a:solidFill>
              </a:defRPr>
            </a:lvl3pPr>
            <a:lvl4pPr marL="140397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4pPr>
            <a:lvl5pPr marL="187196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5pPr>
            <a:lvl6pPr marL="233995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6pPr>
            <a:lvl7pPr marL="280794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7pPr>
            <a:lvl8pPr marL="327592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8pPr>
            <a:lvl9pPr marL="3743919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456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68730"/>
            <a:ext cx="4210050" cy="445407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68730"/>
            <a:ext cx="4210050" cy="445407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90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73748"/>
            <a:ext cx="8543925" cy="135686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720857"/>
            <a:ext cx="4190702" cy="843365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64223"/>
            <a:ext cx="4190702" cy="377158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720857"/>
            <a:ext cx="4211340" cy="843365"/>
          </a:xfrm>
        </p:spPr>
        <p:txBody>
          <a:bodyPr anchor="b"/>
          <a:lstStyle>
            <a:lvl1pPr marL="0" indent="0">
              <a:buNone/>
              <a:defRPr sz="2457" b="1"/>
            </a:lvl1pPr>
            <a:lvl2pPr marL="467990" indent="0">
              <a:buNone/>
              <a:defRPr sz="2047" b="1"/>
            </a:lvl2pPr>
            <a:lvl3pPr marL="935980" indent="0">
              <a:buNone/>
              <a:defRPr sz="1842" b="1"/>
            </a:lvl3pPr>
            <a:lvl4pPr marL="1403970" indent="0">
              <a:buNone/>
              <a:defRPr sz="1638" b="1"/>
            </a:lvl4pPr>
            <a:lvl5pPr marL="1871960" indent="0">
              <a:buNone/>
              <a:defRPr sz="1638" b="1"/>
            </a:lvl5pPr>
            <a:lvl6pPr marL="2339950" indent="0">
              <a:buNone/>
              <a:defRPr sz="1638" b="1"/>
            </a:lvl6pPr>
            <a:lvl7pPr marL="2807940" indent="0">
              <a:buNone/>
              <a:defRPr sz="1638" b="1"/>
            </a:lvl7pPr>
            <a:lvl8pPr marL="3275929" indent="0">
              <a:buNone/>
              <a:defRPr sz="1638" b="1"/>
            </a:lvl8pPr>
            <a:lvl9pPr marL="3743919" indent="0">
              <a:buNone/>
              <a:defRPr sz="163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64223"/>
            <a:ext cx="4211340" cy="377158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15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60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179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67995"/>
            <a:ext cx="3194943" cy="1637983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010741"/>
            <a:ext cx="5014913" cy="4988697"/>
          </a:xfrm>
        </p:spPr>
        <p:txBody>
          <a:bodyPr/>
          <a:lstStyle>
            <a:lvl1pPr>
              <a:defRPr sz="3276"/>
            </a:lvl1pPr>
            <a:lvl2pPr>
              <a:defRPr sz="2866"/>
            </a:lvl2pPr>
            <a:lvl3pPr>
              <a:defRPr sz="2457"/>
            </a:lvl3pPr>
            <a:lvl4pPr>
              <a:defRPr sz="2047"/>
            </a:lvl4pPr>
            <a:lvl5pPr>
              <a:defRPr sz="2047"/>
            </a:lvl5pPr>
            <a:lvl6pPr>
              <a:defRPr sz="2047"/>
            </a:lvl6pPr>
            <a:lvl7pPr>
              <a:defRPr sz="2047"/>
            </a:lvl7pPr>
            <a:lvl8pPr>
              <a:defRPr sz="2047"/>
            </a:lvl8pPr>
            <a:lvl9pPr>
              <a:defRPr sz="204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105977"/>
            <a:ext cx="3194943" cy="3901584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20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67995"/>
            <a:ext cx="3194943" cy="1637983"/>
          </a:xfrm>
        </p:spPr>
        <p:txBody>
          <a:bodyPr anchor="b"/>
          <a:lstStyle>
            <a:lvl1pPr>
              <a:defRPr sz="3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010741"/>
            <a:ext cx="5014913" cy="4988697"/>
          </a:xfrm>
        </p:spPr>
        <p:txBody>
          <a:bodyPr anchor="t"/>
          <a:lstStyle>
            <a:lvl1pPr marL="0" indent="0">
              <a:buNone/>
              <a:defRPr sz="3276"/>
            </a:lvl1pPr>
            <a:lvl2pPr marL="467990" indent="0">
              <a:buNone/>
              <a:defRPr sz="2866"/>
            </a:lvl2pPr>
            <a:lvl3pPr marL="935980" indent="0">
              <a:buNone/>
              <a:defRPr sz="2457"/>
            </a:lvl3pPr>
            <a:lvl4pPr marL="1403970" indent="0">
              <a:buNone/>
              <a:defRPr sz="2047"/>
            </a:lvl4pPr>
            <a:lvl5pPr marL="1871960" indent="0">
              <a:buNone/>
              <a:defRPr sz="2047"/>
            </a:lvl5pPr>
            <a:lvl6pPr marL="2339950" indent="0">
              <a:buNone/>
              <a:defRPr sz="2047"/>
            </a:lvl6pPr>
            <a:lvl7pPr marL="2807940" indent="0">
              <a:buNone/>
              <a:defRPr sz="2047"/>
            </a:lvl7pPr>
            <a:lvl8pPr marL="3275929" indent="0">
              <a:buNone/>
              <a:defRPr sz="2047"/>
            </a:lvl8pPr>
            <a:lvl9pPr marL="3743919" indent="0">
              <a:buNone/>
              <a:defRPr sz="204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105977"/>
            <a:ext cx="3194943" cy="3901584"/>
          </a:xfrm>
        </p:spPr>
        <p:txBody>
          <a:bodyPr/>
          <a:lstStyle>
            <a:lvl1pPr marL="0" indent="0">
              <a:buNone/>
              <a:defRPr sz="1638"/>
            </a:lvl1pPr>
            <a:lvl2pPr marL="467990" indent="0">
              <a:buNone/>
              <a:defRPr sz="1433"/>
            </a:lvl2pPr>
            <a:lvl3pPr marL="935980" indent="0">
              <a:buNone/>
              <a:defRPr sz="1228"/>
            </a:lvl3pPr>
            <a:lvl4pPr marL="1403970" indent="0">
              <a:buNone/>
              <a:defRPr sz="1024"/>
            </a:lvl4pPr>
            <a:lvl5pPr marL="1871960" indent="0">
              <a:buNone/>
              <a:defRPr sz="1024"/>
            </a:lvl5pPr>
            <a:lvl6pPr marL="2339950" indent="0">
              <a:buNone/>
              <a:defRPr sz="1024"/>
            </a:lvl6pPr>
            <a:lvl7pPr marL="2807940" indent="0">
              <a:buNone/>
              <a:defRPr sz="1024"/>
            </a:lvl7pPr>
            <a:lvl8pPr marL="3275929" indent="0">
              <a:buNone/>
              <a:defRPr sz="1024"/>
            </a:lvl8pPr>
            <a:lvl9pPr marL="3743919" indent="0">
              <a:buNone/>
              <a:defRPr sz="102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34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89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73746"/>
            <a:ext cx="2135981" cy="59490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73746"/>
            <a:ext cx="6284119" cy="59490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036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73748"/>
            <a:ext cx="8543925" cy="1356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68730"/>
            <a:ext cx="8543925" cy="4454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506432"/>
            <a:ext cx="222885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D605-8523-498F-9D8E-8446E1AEBDAC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506432"/>
            <a:ext cx="3343275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506432"/>
            <a:ext cx="222885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5EA6B-3C1F-4CF7-9556-921F72766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19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35980" rtl="0" eaLnBrk="1" latinLnBrk="1" hangingPunct="1">
        <a:lnSpc>
          <a:spcPct val="90000"/>
        </a:lnSpc>
        <a:spcBef>
          <a:spcPct val="0"/>
        </a:spcBef>
        <a:buNone/>
        <a:defRPr sz="45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995" indent="-233995" algn="l" defTabSz="935980" rtl="0" eaLnBrk="1" latinLnBrk="1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2866" kern="1200">
          <a:solidFill>
            <a:schemeClr val="tx1"/>
          </a:solidFill>
          <a:latin typeface="+mn-lt"/>
          <a:ea typeface="+mn-ea"/>
          <a:cs typeface="+mn-cs"/>
        </a:defRPr>
      </a:lvl1pPr>
      <a:lvl2pPr marL="70198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2pPr>
      <a:lvl3pPr marL="116997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2047" kern="1200">
          <a:solidFill>
            <a:schemeClr val="tx1"/>
          </a:solidFill>
          <a:latin typeface="+mn-lt"/>
          <a:ea typeface="+mn-ea"/>
          <a:cs typeface="+mn-cs"/>
        </a:defRPr>
      </a:lvl3pPr>
      <a:lvl4pPr marL="163796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210595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573945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304193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50992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977914" indent="-233995" algn="l" defTabSz="935980" rtl="0" eaLnBrk="1" latinLnBrk="1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2pPr>
      <a:lvl3pPr marL="93598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3pPr>
      <a:lvl4pPr marL="140397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4pPr>
      <a:lvl5pPr marL="187196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5pPr>
      <a:lvl6pPr marL="233995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6pPr>
      <a:lvl7pPr marL="2807940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7pPr>
      <a:lvl8pPr marL="3275929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8pPr>
      <a:lvl9pPr marL="3743919" algn="l" defTabSz="935980" rtl="0" eaLnBrk="1" latinLnBrk="1" hangingPunct="1">
        <a:defRPr sz="18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&#44592;&#49324;&#54596;&#44592;_1&#44284;&#47785;_1&#51109;.pptx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3" action="ppaction://hlinkpres?slideindex=1&amp;slidetitle="/>
          </p:cNvPr>
          <p:cNvSpPr txBox="1">
            <a:spLocks noChangeArrowheads="1"/>
          </p:cNvSpPr>
          <p:nvPr/>
        </p:nvSpPr>
        <p:spPr bwMode="auto">
          <a:xfrm>
            <a:off x="293158" y="6607711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14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4578110" y="1918605"/>
            <a:ext cx="3808942" cy="339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4578110" y="2578563"/>
            <a:ext cx="3808942" cy="339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4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4578110" y="3211753"/>
            <a:ext cx="3808942" cy="339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kumimoji="0" lang="ko-KR" altLang="en-US" sz="80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015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3847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0365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8867324" y="6647164"/>
            <a:ext cx="719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723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hlinkClick r:id="" action="ppaction://hlinkshowjump?jump=previousslide"/>
          </p:cNvPr>
          <p:cNvSpPr txBox="1">
            <a:spLocks noChangeArrowheads="1"/>
          </p:cNvSpPr>
          <p:nvPr/>
        </p:nvSpPr>
        <p:spPr bwMode="auto">
          <a:xfrm>
            <a:off x="8146599" y="6647164"/>
            <a:ext cx="6492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 sz="12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93236" y="6607477"/>
            <a:ext cx="1657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kumimoji="0"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7995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</TotalTime>
  <Words>0</Words>
  <Application>Microsoft Office PowerPoint</Application>
  <PresentationFormat>사용자 지정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돋움체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길벗알앤디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istrator admin</dc:creator>
  <cp:lastModifiedBy>출판사 길벗</cp:lastModifiedBy>
  <cp:revision>54</cp:revision>
  <dcterms:created xsi:type="dcterms:W3CDTF">2021-01-14T00:52:41Z</dcterms:created>
  <dcterms:modified xsi:type="dcterms:W3CDTF">2026-01-27T07:48:52Z</dcterms:modified>
</cp:coreProperties>
</file>
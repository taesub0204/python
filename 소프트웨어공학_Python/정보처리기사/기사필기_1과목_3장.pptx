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58" r:id="rId3"/>
    <p:sldId id="259" r:id="rId4"/>
    <p:sldId id="316" r:id="rId5"/>
    <p:sldId id="317" r:id="rId6"/>
    <p:sldId id="318" r:id="rId7"/>
    <p:sldId id="319" r:id="rId8"/>
    <p:sldId id="327" r:id="rId9"/>
    <p:sldId id="323" r:id="rId10"/>
    <p:sldId id="324" r:id="rId11"/>
    <p:sldId id="325" r:id="rId12"/>
    <p:sldId id="326" r:id="rId13"/>
    <p:sldId id="320" r:id="rId14"/>
    <p:sldId id="321" r:id="rId15"/>
    <p:sldId id="322" r:id="rId16"/>
    <p:sldId id="315" r:id="rId17"/>
    <p:sldId id="328" r:id="rId18"/>
  </p:sldIdLst>
  <p:sldSz cx="9906000" cy="7019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1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3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0" y="1336"/>
      </p:cViewPr>
      <p:guideLst>
        <p:guide orient="horz" pos="2211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9"/>
          <p:cNvSpPr txBox="1">
            <a:spLocks noChangeArrowheads="1"/>
          </p:cNvSpPr>
          <p:nvPr userDrawn="1"/>
        </p:nvSpPr>
        <p:spPr bwMode="auto">
          <a:xfrm>
            <a:off x="2649538" y="44450"/>
            <a:ext cx="7199312" cy="290513"/>
          </a:xfrm>
          <a:prstGeom prst="rect">
            <a:avLst/>
          </a:prstGeom>
          <a:noFill/>
          <a:ln>
            <a:noFill/>
          </a:ln>
        </p:spPr>
        <p:txBody>
          <a:bodyPr t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ko-KR" altLang="en-US" sz="1600" dirty="0">
                <a:solidFill>
                  <a:srgbClr val="FFFF00"/>
                </a:solidFill>
                <a:latin typeface="돋움체" pitchFamily="49" charset="-127"/>
                <a:ea typeface="돋움체" pitchFamily="49" charset="-127"/>
              </a:rPr>
              <a:t>길벗 학교  정보처리기사 필기 자격증 과정</a:t>
            </a:r>
          </a:p>
        </p:txBody>
      </p:sp>
      <p:sp>
        <p:nvSpPr>
          <p:cNvPr id="9" name="Text Box 10"/>
          <p:cNvSpPr txBox="1">
            <a:spLocks noChangeArrowheads="1"/>
          </p:cNvSpPr>
          <p:nvPr userDrawn="1"/>
        </p:nvSpPr>
        <p:spPr bwMode="auto">
          <a:xfrm>
            <a:off x="15875" y="17463"/>
            <a:ext cx="1371600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ko-KR" altLang="en-US" sz="1400" b="1">
                <a:solidFill>
                  <a:srgbClr val="FFFF00"/>
                </a:solidFill>
                <a:latin typeface="돋움체" pitchFamily="49" charset="-127"/>
                <a:ea typeface="돋움체" pitchFamily="49" charset="-127"/>
              </a:rPr>
              <a:t>김종일 선생님</a:t>
            </a:r>
          </a:p>
        </p:txBody>
      </p:sp>
    </p:spTree>
    <p:extLst>
      <p:ext uri="{BB962C8B-B14F-4D97-AF65-F5344CB8AC3E}">
        <p14:creationId xmlns:p14="http://schemas.microsoft.com/office/powerpoint/2010/main" val="2270402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546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50108"/>
            <a:ext cx="8543925" cy="2920093"/>
          </a:xfrm>
        </p:spPr>
        <p:txBody>
          <a:bodyPr anchor="b"/>
          <a:lstStyle>
            <a:lvl1pPr>
              <a:defRPr sz="614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697827"/>
            <a:ext cx="8543925" cy="1535608"/>
          </a:xfrm>
        </p:spPr>
        <p:txBody>
          <a:bodyPr/>
          <a:lstStyle>
            <a:lvl1pPr marL="0" indent="0">
              <a:buNone/>
              <a:defRPr sz="2457">
                <a:solidFill>
                  <a:schemeClr val="tx1"/>
                </a:solidFill>
              </a:defRPr>
            </a:lvl1pPr>
            <a:lvl2pPr marL="467990" indent="0">
              <a:buNone/>
              <a:defRPr sz="2047">
                <a:solidFill>
                  <a:schemeClr val="tx1">
                    <a:tint val="75000"/>
                  </a:schemeClr>
                </a:solidFill>
              </a:defRPr>
            </a:lvl2pPr>
            <a:lvl3pPr marL="935980" indent="0">
              <a:buNone/>
              <a:defRPr sz="1842">
                <a:solidFill>
                  <a:schemeClr val="tx1">
                    <a:tint val="75000"/>
                  </a:schemeClr>
                </a:solidFill>
              </a:defRPr>
            </a:lvl3pPr>
            <a:lvl4pPr marL="1403970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4pPr>
            <a:lvl5pPr marL="1871960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5pPr>
            <a:lvl6pPr marL="2339950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6pPr>
            <a:lvl7pPr marL="2807940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7pPr>
            <a:lvl8pPr marL="3275929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8pPr>
            <a:lvl9pPr marL="3743919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456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68730"/>
            <a:ext cx="4210050" cy="445407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68730"/>
            <a:ext cx="4210050" cy="445407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4906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73748"/>
            <a:ext cx="8543925" cy="135686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720857"/>
            <a:ext cx="4190702" cy="843365"/>
          </a:xfrm>
        </p:spPr>
        <p:txBody>
          <a:bodyPr anchor="b"/>
          <a:lstStyle>
            <a:lvl1pPr marL="0" indent="0">
              <a:buNone/>
              <a:defRPr sz="2457" b="1"/>
            </a:lvl1pPr>
            <a:lvl2pPr marL="467990" indent="0">
              <a:buNone/>
              <a:defRPr sz="2047" b="1"/>
            </a:lvl2pPr>
            <a:lvl3pPr marL="935980" indent="0">
              <a:buNone/>
              <a:defRPr sz="1842" b="1"/>
            </a:lvl3pPr>
            <a:lvl4pPr marL="1403970" indent="0">
              <a:buNone/>
              <a:defRPr sz="1638" b="1"/>
            </a:lvl4pPr>
            <a:lvl5pPr marL="1871960" indent="0">
              <a:buNone/>
              <a:defRPr sz="1638" b="1"/>
            </a:lvl5pPr>
            <a:lvl6pPr marL="2339950" indent="0">
              <a:buNone/>
              <a:defRPr sz="1638" b="1"/>
            </a:lvl6pPr>
            <a:lvl7pPr marL="2807940" indent="0">
              <a:buNone/>
              <a:defRPr sz="1638" b="1"/>
            </a:lvl7pPr>
            <a:lvl8pPr marL="3275929" indent="0">
              <a:buNone/>
              <a:defRPr sz="1638" b="1"/>
            </a:lvl8pPr>
            <a:lvl9pPr marL="3743919" indent="0">
              <a:buNone/>
              <a:defRPr sz="1638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64223"/>
            <a:ext cx="4190702" cy="377158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720857"/>
            <a:ext cx="4211340" cy="843365"/>
          </a:xfrm>
        </p:spPr>
        <p:txBody>
          <a:bodyPr anchor="b"/>
          <a:lstStyle>
            <a:lvl1pPr marL="0" indent="0">
              <a:buNone/>
              <a:defRPr sz="2457" b="1"/>
            </a:lvl1pPr>
            <a:lvl2pPr marL="467990" indent="0">
              <a:buNone/>
              <a:defRPr sz="2047" b="1"/>
            </a:lvl2pPr>
            <a:lvl3pPr marL="935980" indent="0">
              <a:buNone/>
              <a:defRPr sz="1842" b="1"/>
            </a:lvl3pPr>
            <a:lvl4pPr marL="1403970" indent="0">
              <a:buNone/>
              <a:defRPr sz="1638" b="1"/>
            </a:lvl4pPr>
            <a:lvl5pPr marL="1871960" indent="0">
              <a:buNone/>
              <a:defRPr sz="1638" b="1"/>
            </a:lvl5pPr>
            <a:lvl6pPr marL="2339950" indent="0">
              <a:buNone/>
              <a:defRPr sz="1638" b="1"/>
            </a:lvl6pPr>
            <a:lvl7pPr marL="2807940" indent="0">
              <a:buNone/>
              <a:defRPr sz="1638" b="1"/>
            </a:lvl7pPr>
            <a:lvl8pPr marL="3275929" indent="0">
              <a:buNone/>
              <a:defRPr sz="1638" b="1"/>
            </a:lvl8pPr>
            <a:lvl9pPr marL="3743919" indent="0">
              <a:buNone/>
              <a:defRPr sz="1638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64223"/>
            <a:ext cx="4211340" cy="377158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159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4602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179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67995"/>
            <a:ext cx="3194943" cy="1637983"/>
          </a:xfrm>
        </p:spPr>
        <p:txBody>
          <a:bodyPr anchor="b"/>
          <a:lstStyle>
            <a:lvl1pPr>
              <a:defRPr sz="327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1010741"/>
            <a:ext cx="5014913" cy="4988697"/>
          </a:xfrm>
        </p:spPr>
        <p:txBody>
          <a:bodyPr/>
          <a:lstStyle>
            <a:lvl1pPr>
              <a:defRPr sz="3276"/>
            </a:lvl1pPr>
            <a:lvl2pPr>
              <a:defRPr sz="2866"/>
            </a:lvl2pPr>
            <a:lvl3pPr>
              <a:defRPr sz="2457"/>
            </a:lvl3pPr>
            <a:lvl4pPr>
              <a:defRPr sz="2047"/>
            </a:lvl4pPr>
            <a:lvl5pPr>
              <a:defRPr sz="2047"/>
            </a:lvl5pPr>
            <a:lvl6pPr>
              <a:defRPr sz="2047"/>
            </a:lvl6pPr>
            <a:lvl7pPr>
              <a:defRPr sz="2047"/>
            </a:lvl7pPr>
            <a:lvl8pPr>
              <a:defRPr sz="2047"/>
            </a:lvl8pPr>
            <a:lvl9pPr>
              <a:defRPr sz="2047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105977"/>
            <a:ext cx="3194943" cy="3901584"/>
          </a:xfrm>
        </p:spPr>
        <p:txBody>
          <a:bodyPr/>
          <a:lstStyle>
            <a:lvl1pPr marL="0" indent="0">
              <a:buNone/>
              <a:defRPr sz="1638"/>
            </a:lvl1pPr>
            <a:lvl2pPr marL="467990" indent="0">
              <a:buNone/>
              <a:defRPr sz="1433"/>
            </a:lvl2pPr>
            <a:lvl3pPr marL="935980" indent="0">
              <a:buNone/>
              <a:defRPr sz="1228"/>
            </a:lvl3pPr>
            <a:lvl4pPr marL="1403970" indent="0">
              <a:buNone/>
              <a:defRPr sz="1024"/>
            </a:lvl4pPr>
            <a:lvl5pPr marL="1871960" indent="0">
              <a:buNone/>
              <a:defRPr sz="1024"/>
            </a:lvl5pPr>
            <a:lvl6pPr marL="2339950" indent="0">
              <a:buNone/>
              <a:defRPr sz="1024"/>
            </a:lvl6pPr>
            <a:lvl7pPr marL="2807940" indent="0">
              <a:buNone/>
              <a:defRPr sz="1024"/>
            </a:lvl7pPr>
            <a:lvl8pPr marL="3275929" indent="0">
              <a:buNone/>
              <a:defRPr sz="1024"/>
            </a:lvl8pPr>
            <a:lvl9pPr marL="3743919" indent="0">
              <a:buNone/>
              <a:defRPr sz="1024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5203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67995"/>
            <a:ext cx="3194943" cy="1637983"/>
          </a:xfrm>
        </p:spPr>
        <p:txBody>
          <a:bodyPr anchor="b"/>
          <a:lstStyle>
            <a:lvl1pPr>
              <a:defRPr sz="327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1010741"/>
            <a:ext cx="5014913" cy="4988697"/>
          </a:xfrm>
        </p:spPr>
        <p:txBody>
          <a:bodyPr anchor="t"/>
          <a:lstStyle>
            <a:lvl1pPr marL="0" indent="0">
              <a:buNone/>
              <a:defRPr sz="3276"/>
            </a:lvl1pPr>
            <a:lvl2pPr marL="467990" indent="0">
              <a:buNone/>
              <a:defRPr sz="2866"/>
            </a:lvl2pPr>
            <a:lvl3pPr marL="935980" indent="0">
              <a:buNone/>
              <a:defRPr sz="2457"/>
            </a:lvl3pPr>
            <a:lvl4pPr marL="1403970" indent="0">
              <a:buNone/>
              <a:defRPr sz="2047"/>
            </a:lvl4pPr>
            <a:lvl5pPr marL="1871960" indent="0">
              <a:buNone/>
              <a:defRPr sz="2047"/>
            </a:lvl5pPr>
            <a:lvl6pPr marL="2339950" indent="0">
              <a:buNone/>
              <a:defRPr sz="2047"/>
            </a:lvl6pPr>
            <a:lvl7pPr marL="2807940" indent="0">
              <a:buNone/>
              <a:defRPr sz="2047"/>
            </a:lvl7pPr>
            <a:lvl8pPr marL="3275929" indent="0">
              <a:buNone/>
              <a:defRPr sz="2047"/>
            </a:lvl8pPr>
            <a:lvl9pPr marL="3743919" indent="0">
              <a:buNone/>
              <a:defRPr sz="204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105977"/>
            <a:ext cx="3194943" cy="3901584"/>
          </a:xfrm>
        </p:spPr>
        <p:txBody>
          <a:bodyPr/>
          <a:lstStyle>
            <a:lvl1pPr marL="0" indent="0">
              <a:buNone/>
              <a:defRPr sz="1638"/>
            </a:lvl1pPr>
            <a:lvl2pPr marL="467990" indent="0">
              <a:buNone/>
              <a:defRPr sz="1433"/>
            </a:lvl2pPr>
            <a:lvl3pPr marL="935980" indent="0">
              <a:buNone/>
              <a:defRPr sz="1228"/>
            </a:lvl3pPr>
            <a:lvl4pPr marL="1403970" indent="0">
              <a:buNone/>
              <a:defRPr sz="1024"/>
            </a:lvl4pPr>
            <a:lvl5pPr marL="1871960" indent="0">
              <a:buNone/>
              <a:defRPr sz="1024"/>
            </a:lvl5pPr>
            <a:lvl6pPr marL="2339950" indent="0">
              <a:buNone/>
              <a:defRPr sz="1024"/>
            </a:lvl6pPr>
            <a:lvl7pPr marL="2807940" indent="0">
              <a:buNone/>
              <a:defRPr sz="1024"/>
            </a:lvl7pPr>
            <a:lvl8pPr marL="3275929" indent="0">
              <a:buNone/>
              <a:defRPr sz="1024"/>
            </a:lvl8pPr>
            <a:lvl9pPr marL="3743919" indent="0">
              <a:buNone/>
              <a:defRPr sz="1024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349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389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73746"/>
            <a:ext cx="2135981" cy="594906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73746"/>
            <a:ext cx="6284119" cy="594906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036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73748"/>
            <a:ext cx="8543925" cy="13568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68730"/>
            <a:ext cx="8543925" cy="4454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506432"/>
            <a:ext cx="222885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506432"/>
            <a:ext cx="3343275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506432"/>
            <a:ext cx="222885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196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35980" rtl="0" eaLnBrk="1" latinLnBrk="1" hangingPunct="1">
        <a:lnSpc>
          <a:spcPct val="90000"/>
        </a:lnSpc>
        <a:spcBef>
          <a:spcPct val="0"/>
        </a:spcBef>
        <a:buNone/>
        <a:defRPr sz="450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3995" indent="-233995" algn="l" defTabSz="935980" rtl="0" eaLnBrk="1" latinLnBrk="1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2866" kern="1200">
          <a:solidFill>
            <a:schemeClr val="tx1"/>
          </a:solidFill>
          <a:latin typeface="+mn-lt"/>
          <a:ea typeface="+mn-ea"/>
          <a:cs typeface="+mn-cs"/>
        </a:defRPr>
      </a:lvl1pPr>
      <a:lvl2pPr marL="701985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2457" kern="1200">
          <a:solidFill>
            <a:schemeClr val="tx1"/>
          </a:solidFill>
          <a:latin typeface="+mn-lt"/>
          <a:ea typeface="+mn-ea"/>
          <a:cs typeface="+mn-cs"/>
        </a:defRPr>
      </a:lvl2pPr>
      <a:lvl3pPr marL="1169975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2047" kern="1200">
          <a:solidFill>
            <a:schemeClr val="tx1"/>
          </a:solidFill>
          <a:latin typeface="+mn-lt"/>
          <a:ea typeface="+mn-ea"/>
          <a:cs typeface="+mn-cs"/>
        </a:defRPr>
      </a:lvl3pPr>
      <a:lvl4pPr marL="1637965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4pPr>
      <a:lvl5pPr marL="2105955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5pPr>
      <a:lvl6pPr marL="2573945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6pPr>
      <a:lvl7pPr marL="3041934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7pPr>
      <a:lvl8pPr marL="3509924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8pPr>
      <a:lvl9pPr marL="3977914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1pPr>
      <a:lvl2pPr marL="467990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2pPr>
      <a:lvl3pPr marL="935980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3pPr>
      <a:lvl4pPr marL="1403970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4pPr>
      <a:lvl5pPr marL="1871960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5pPr>
      <a:lvl6pPr marL="2339950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6pPr>
      <a:lvl7pPr marL="2807940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7pPr>
      <a:lvl8pPr marL="3275929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8pPr>
      <a:lvl9pPr marL="3743919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hyperlink" Target="&#44592;&#49324;&#54596;&#44592;_1&#44284;&#47785;_1&#51109;.pptx" TargetMode="External"/><Relationship Id="rId7" Type="http://schemas.openxmlformats.org/officeDocument/2006/relationships/slide" Target="slide7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11" Type="http://schemas.openxmlformats.org/officeDocument/2006/relationships/slide" Target="slide14.xml"/><Relationship Id="rId5" Type="http://schemas.openxmlformats.org/officeDocument/2006/relationships/slide" Target="slide4.xml"/><Relationship Id="rId10" Type="http://schemas.openxmlformats.org/officeDocument/2006/relationships/slide" Target="slide13.xml"/><Relationship Id="rId4" Type="http://schemas.openxmlformats.org/officeDocument/2006/relationships/slide" Target="slide2.xml"/><Relationship Id="rId9" Type="http://schemas.openxmlformats.org/officeDocument/2006/relationships/slide" Target="slide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hlinkClick r:id="rId3" action="ppaction://hlinkpres?slideindex=1&amp;slidetitle="/>
          </p:cNvPr>
          <p:cNvSpPr txBox="1">
            <a:spLocks noChangeArrowheads="1"/>
          </p:cNvSpPr>
          <p:nvPr/>
        </p:nvSpPr>
        <p:spPr bwMode="auto">
          <a:xfrm>
            <a:off x="293158" y="6607711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TextBox 14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4602729" y="1446902"/>
            <a:ext cx="3384550" cy="298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endParaRPr kumimoji="0" lang="ko-KR" altLang="en-US" sz="8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4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4602729" y="1972885"/>
            <a:ext cx="3384550" cy="298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endParaRPr kumimoji="0" lang="ko-KR" altLang="en-US" sz="8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4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4602729" y="2498868"/>
            <a:ext cx="3384550" cy="298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endParaRPr kumimoji="0" lang="ko-KR" altLang="en-US" sz="8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4">
            <a:hlinkClick r:id="rId7" action="ppaction://hlinksldjump"/>
          </p:cNvPr>
          <p:cNvSpPr txBox="1">
            <a:spLocks noChangeArrowheads="1"/>
          </p:cNvSpPr>
          <p:nvPr/>
        </p:nvSpPr>
        <p:spPr bwMode="auto">
          <a:xfrm>
            <a:off x="4602729" y="3041035"/>
            <a:ext cx="3384550" cy="298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endParaRPr kumimoji="0" lang="ko-KR" altLang="en-US" sz="8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Box 14">
            <a:hlinkClick r:id="rId8" action="ppaction://hlinksldjump"/>
          </p:cNvPr>
          <p:cNvSpPr txBox="1">
            <a:spLocks noChangeArrowheads="1"/>
          </p:cNvSpPr>
          <p:nvPr/>
        </p:nvSpPr>
        <p:spPr bwMode="auto">
          <a:xfrm>
            <a:off x="4602729" y="3583202"/>
            <a:ext cx="3384550" cy="298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endParaRPr kumimoji="0" lang="ko-KR" altLang="en-US" sz="8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TextBox 15">
            <a:hlinkClick r:id="rId9" action="ppaction://hlinksldjump"/>
          </p:cNvPr>
          <p:cNvSpPr txBox="1">
            <a:spLocks noChangeArrowheads="1"/>
          </p:cNvSpPr>
          <p:nvPr/>
        </p:nvSpPr>
        <p:spPr bwMode="auto">
          <a:xfrm>
            <a:off x="4602729" y="4125369"/>
            <a:ext cx="3384550" cy="298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endParaRPr kumimoji="0" lang="ko-KR" altLang="en-US" sz="8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>
            <a:hlinkClick r:id="rId10" action="ppaction://hlinksldjump"/>
          </p:cNvPr>
          <p:cNvSpPr txBox="1">
            <a:spLocks noChangeArrowheads="1"/>
          </p:cNvSpPr>
          <p:nvPr/>
        </p:nvSpPr>
        <p:spPr bwMode="auto">
          <a:xfrm>
            <a:off x="4602729" y="4659444"/>
            <a:ext cx="3384550" cy="298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endParaRPr kumimoji="0" lang="ko-KR" altLang="en-US" sz="8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>
            <a:hlinkClick r:id="rId11" action="ppaction://hlinksldjump"/>
          </p:cNvPr>
          <p:cNvSpPr txBox="1">
            <a:spLocks noChangeArrowheads="1"/>
          </p:cNvSpPr>
          <p:nvPr/>
        </p:nvSpPr>
        <p:spPr bwMode="auto">
          <a:xfrm>
            <a:off x="4602729" y="5193519"/>
            <a:ext cx="3384550" cy="298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endParaRPr kumimoji="0" lang="ko-KR" altLang="en-US" sz="80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0151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3847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353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9089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9051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5901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4102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1671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389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962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8495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5239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6438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4910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5714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6A903E2-05ED-4C81-935D-888CB8114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313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5741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237</TotalTime>
  <Words>0</Words>
  <Application>Microsoft Office PowerPoint</Application>
  <PresentationFormat>사용자 지정</PresentationFormat>
  <Paragraphs>0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돋움체</vt:lpstr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길벗알앤디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istrator admin</dc:creator>
  <cp:lastModifiedBy>출판사 길벗</cp:lastModifiedBy>
  <cp:revision>60</cp:revision>
  <dcterms:created xsi:type="dcterms:W3CDTF">2021-01-14T00:52:41Z</dcterms:created>
  <dcterms:modified xsi:type="dcterms:W3CDTF">2026-01-27T07:42:03Z</dcterms:modified>
</cp:coreProperties>
</file>
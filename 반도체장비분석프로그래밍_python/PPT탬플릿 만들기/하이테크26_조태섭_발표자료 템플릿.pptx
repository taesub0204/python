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959E061-33A6-416C-9F64-5D6BB079FA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B38603-4C06-4970-B235-2571D8D66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767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07BE18-4F3A-4B5C-8021-542893C35D71}"/>
              </a:ext>
            </a:extLst>
          </p:cNvPr>
          <p:cNvSpPr>
            <a:spLocks noGrp="1"/>
          </p:cNvSpPr>
          <p:nvPr/>
        </p:nvSpPr>
        <p:spPr>
          <a:xfrm>
            <a:off x="4476750" y="0"/>
            <a:ext cx="95250" cy="685800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3B2412-9ABA-4E2A-9157-0313B6600DAA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38100" cy="68580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43E948-2C7E-45C3-9B9C-F490B4454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2667931"/>
            <a:ext cx="3390900" cy="119828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464E988-165A-4C69-A1A9-3A8E96949A45}"/>
              </a:ext>
            </a:extLst>
          </p:cNvPr>
          <p:cNvSpPr>
            <a:spLocks noGrp="1"/>
          </p:cNvSpPr>
          <p:nvPr/>
        </p:nvSpPr>
        <p:spPr>
          <a:xfrm>
            <a:off x="5219700" y="838200"/>
            <a:ext cx="838200" cy="4762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F09246-4431-4AAA-9F90-294E8E2020E5}"/>
              </a:ext>
            </a:extLst>
          </p:cNvPr>
          <p:cNvSpPr>
            <a:spLocks noGrp="1"/>
          </p:cNvSpPr>
          <p:nvPr/>
        </p:nvSpPr>
        <p:spPr>
          <a:xfrm>
            <a:off x="5219700" y="1695450"/>
            <a:ext cx="5905500" cy="1381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6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 dirty="0" err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반도체</a:t>
            </a:r>
            <a:r>
              <a:rPr sz="3600" b="1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 err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3600" b="1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 err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3600" b="1" dirty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36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 dirty="0" err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프로그래밍</a:t>
            </a:r>
            <a:endParaRPr sz="3600" b="1" dirty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1F2868-E3AB-43E0-8C04-273E735ECAE0}"/>
              </a:ext>
            </a:extLst>
          </p:cNvPr>
          <p:cNvSpPr>
            <a:spLocks noGrp="1"/>
          </p:cNvSpPr>
          <p:nvPr/>
        </p:nvSpPr>
        <p:spPr>
          <a:xfrm>
            <a:off x="5257800" y="323850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Python 기반 데이터 분석 및 실습 자료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D334CA-B638-4638-9D4D-1A703A5C3D69}"/>
              </a:ext>
            </a:extLst>
          </p:cNvPr>
          <p:cNvSpPr>
            <a:spLocks noGrp="1"/>
          </p:cNvSpPr>
          <p:nvPr/>
        </p:nvSpPr>
        <p:spPr>
          <a:xfrm>
            <a:off x="5219700" y="4248150"/>
            <a:ext cx="4953000" cy="9525"/>
          </a:xfrm>
          <a:prstGeom prst="rect">
            <a:avLst/>
          </a:prstGeom>
          <a:solidFill>
            <a:srgbClr val="C9D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FAB924-8E60-4381-A75F-B98CE69DE50F}"/>
              </a:ext>
            </a:extLst>
          </p:cNvPr>
          <p:cNvSpPr>
            <a:spLocks noGrp="1"/>
          </p:cNvSpPr>
          <p:nvPr/>
        </p:nvSpPr>
        <p:spPr>
          <a:xfrm>
            <a:off x="5257799" y="4495800"/>
            <a:ext cx="374313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275" dirty="0" err="1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조태섭</a:t>
            </a:r>
            <a:r>
              <a:rPr sz="1275" b="0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75" b="0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lang="ko-KR" altLang="en-US" sz="1275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반도체장비소프트웨어과</a:t>
            </a:r>
            <a:r>
              <a:rPr sz="1275" b="0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75" b="0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lang="en-US" sz="1275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2026-06-15</a:t>
            </a:r>
            <a:endParaRPr sz="1275" b="0" dirty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14818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8AEDF4-AD86-4FA1-806F-D684CF2531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CDA-74EB-4AD7-8A6A-4C47350A38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DE8B36-6B0E-4324-9B57-CB02A9705B78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FCD259-C4AD-4371-A87F-FAA073C9DD92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7B3554-79C2-447E-888D-93920D3E75B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4795E7-F5A6-4E3C-AD66-28D220832865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2653DC-2734-42E3-B362-F55A1DD5B36E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marker">
            <a:extLst>
              <a:ext uri="{FF2B5EF4-FFF2-40B4-BE49-F238E27FC236}">
                <a16:creationId xmlns:a16="http://schemas.microsoft.com/office/drawing/2014/main" id="{480232AD-1B46-410B-BB02-52586C7922CA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5725" cy="8572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label">
            <a:extLst>
              <a:ext uri="{FF2B5EF4-FFF2-40B4-BE49-F238E27FC236}">
                <a16:creationId xmlns:a16="http://schemas.microsoft.com/office/drawing/2014/main" id="{8D6ED34E-6A60-48F8-9A5F-51B27D36C11A}"/>
              </a:ext>
            </a:extLst>
          </p:cNvPr>
          <p:cNvSpPr>
            <a:spLocks noGrp="1"/>
          </p:cNvSpPr>
          <p:nvPr/>
        </p:nvSpPr>
        <p:spPr>
          <a:xfrm>
            <a:off x="876300" y="60007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060B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0060B0"/>
                </a:solidFill>
                <a:latin typeface="맑은 고딕"/>
                <a:ea typeface="맑은 고딕"/>
                <a:cs typeface="맑은 고딕"/>
              </a:rPr>
              <a:t>OVERVIEW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C8D0287-78FA-450C-A82C-3E2EB61958AE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오늘의 흐름을 한눈에 정리합니다.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75E65-F9CA-488C-95D0-961562F5769C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0955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E8B63C-3984-43A1-BEE1-00B5968049AE}"/>
              </a:ext>
            </a:extLst>
          </p:cNvPr>
          <p:cNvSpPr>
            <a:spLocks noGrp="1"/>
          </p:cNvSpPr>
          <p:nvPr/>
        </p:nvSpPr>
        <p:spPr>
          <a:xfrm>
            <a:off x="1104900" y="2400300"/>
            <a:ext cx="59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60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60B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E874DC-58E8-4AF5-B0CB-4DE428B5C828}"/>
              </a:ext>
            </a:extLst>
          </p:cNvPr>
          <p:cNvSpPr>
            <a:spLocks noGrp="1"/>
          </p:cNvSpPr>
          <p:nvPr/>
        </p:nvSpPr>
        <p:spPr>
          <a:xfrm>
            <a:off x="1104900" y="2971800"/>
            <a:ext cx="457200" cy="38100"/>
          </a:xfrm>
          <a:prstGeom prst="rect">
            <a:avLst/>
          </a:prstGeom>
          <a:solidFill>
            <a:srgbClr val="0090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13269F-C232-4851-8CFD-9D556DEBB1A2}"/>
              </a:ext>
            </a:extLst>
          </p:cNvPr>
          <p:cNvSpPr>
            <a:spLocks noGrp="1"/>
          </p:cNvSpPr>
          <p:nvPr/>
        </p:nvSpPr>
        <p:spPr>
          <a:xfrm>
            <a:off x="1104900" y="32766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학습 목표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C2631B-50D6-45DD-AD47-66D96D985153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주요 항목을 입력하세요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3858CD-6C89-4ADC-9A5E-AF701F2A87C9}"/>
              </a:ext>
            </a:extLst>
          </p:cNvPr>
          <p:cNvSpPr>
            <a:spLocks noGrp="1"/>
          </p:cNvSpPr>
          <p:nvPr/>
        </p:nvSpPr>
        <p:spPr>
          <a:xfrm>
            <a:off x="3524250" y="2190750"/>
            <a:ext cx="20955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4D5402-3A15-4D85-90EF-B6CBC46659D6}"/>
              </a:ext>
            </a:extLst>
          </p:cNvPr>
          <p:cNvSpPr>
            <a:spLocks noGrp="1"/>
          </p:cNvSpPr>
          <p:nvPr/>
        </p:nvSpPr>
        <p:spPr>
          <a:xfrm>
            <a:off x="3752850" y="2400300"/>
            <a:ext cx="59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0801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0801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EDF48B-CEDF-4E20-8B5C-9F2E12341C53}"/>
              </a:ext>
            </a:extLst>
          </p:cNvPr>
          <p:cNvSpPr>
            <a:spLocks noGrp="1"/>
          </p:cNvSpPr>
          <p:nvPr/>
        </p:nvSpPr>
        <p:spPr>
          <a:xfrm>
            <a:off x="3752850" y="2971800"/>
            <a:ext cx="4572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B992DBC-3613-492C-B943-3586710F08A7}"/>
              </a:ext>
            </a:extLst>
          </p:cNvPr>
          <p:cNvSpPr>
            <a:spLocks noGrp="1"/>
          </p:cNvSpPr>
          <p:nvPr/>
        </p:nvSpPr>
        <p:spPr>
          <a:xfrm>
            <a:off x="3752850" y="32766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분석 데이터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508414-EDD6-4A67-AA83-6113D0D1B190}"/>
              </a:ext>
            </a:extLst>
          </p:cNvPr>
          <p:cNvSpPr>
            <a:spLocks noGrp="1"/>
          </p:cNvSpPr>
          <p:nvPr/>
        </p:nvSpPr>
        <p:spPr>
          <a:xfrm>
            <a:off x="3752850" y="37338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주요 항목을 입력하세요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1B15FF-2EC1-4928-A325-C19D7DFF49C0}"/>
              </a:ext>
            </a:extLst>
          </p:cNvPr>
          <p:cNvSpPr>
            <a:spLocks noGrp="1"/>
          </p:cNvSpPr>
          <p:nvPr/>
        </p:nvSpPr>
        <p:spPr>
          <a:xfrm>
            <a:off x="6172200" y="2190750"/>
            <a:ext cx="20955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AD93D7-AD6E-461A-A734-E853E51DD6EA}"/>
              </a:ext>
            </a:extLst>
          </p:cNvPr>
          <p:cNvSpPr>
            <a:spLocks noGrp="1"/>
          </p:cNvSpPr>
          <p:nvPr/>
        </p:nvSpPr>
        <p:spPr>
          <a:xfrm>
            <a:off x="6400800" y="2400300"/>
            <a:ext cx="59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60B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60B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43CD1F8-B7B3-484C-8CA7-E7378E2BF1AC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457200" cy="38100"/>
          </a:xfrm>
          <a:prstGeom prst="rect">
            <a:avLst/>
          </a:prstGeom>
          <a:solidFill>
            <a:srgbClr val="0090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1842E10-E892-4848-A52E-8AED6AD3CA63}"/>
              </a:ext>
            </a:extLst>
          </p:cNvPr>
          <p:cNvSpPr>
            <a:spLocks noGrp="1"/>
          </p:cNvSpPr>
          <p:nvPr/>
        </p:nvSpPr>
        <p:spPr>
          <a:xfrm>
            <a:off x="6400800" y="32766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핵심 코드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7C6E08-ED72-4530-89B6-41512DD620CF}"/>
              </a:ext>
            </a:extLst>
          </p:cNvPr>
          <p:cNvSpPr>
            <a:spLocks noGrp="1"/>
          </p:cNvSpPr>
          <p:nvPr/>
        </p:nvSpPr>
        <p:spPr>
          <a:xfrm>
            <a:off x="6400800" y="37338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주요 항목을 입력하세요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9285952-0BBE-41F8-8B3A-CB9B396BBDD5}"/>
              </a:ext>
            </a:extLst>
          </p:cNvPr>
          <p:cNvSpPr>
            <a:spLocks noGrp="1"/>
          </p:cNvSpPr>
          <p:nvPr/>
        </p:nvSpPr>
        <p:spPr>
          <a:xfrm>
            <a:off x="8820150" y="2190750"/>
            <a:ext cx="20955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A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82ACFC-4882-4878-8990-D4D59E0D330A}"/>
              </a:ext>
            </a:extLst>
          </p:cNvPr>
          <p:cNvSpPr>
            <a:spLocks noGrp="1"/>
          </p:cNvSpPr>
          <p:nvPr/>
        </p:nvSpPr>
        <p:spPr>
          <a:xfrm>
            <a:off x="9048750" y="2400300"/>
            <a:ext cx="590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0801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0801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DB29EE-7F34-4A1F-8B0E-B01BBADDDE6E}"/>
              </a:ext>
            </a:extLst>
          </p:cNvPr>
          <p:cNvSpPr>
            <a:spLocks noGrp="1"/>
          </p:cNvSpPr>
          <p:nvPr/>
        </p:nvSpPr>
        <p:spPr>
          <a:xfrm>
            <a:off x="9048750" y="2971800"/>
            <a:ext cx="4572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B677D2-C6CA-471E-92B7-EC3DEC058CBF}"/>
              </a:ext>
            </a:extLst>
          </p:cNvPr>
          <p:cNvSpPr>
            <a:spLocks noGrp="1"/>
          </p:cNvSpPr>
          <p:nvPr/>
        </p:nvSpPr>
        <p:spPr>
          <a:xfrm>
            <a:off x="9048750" y="32766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실습 결과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62ADA02-6D54-4EE0-869F-153B86560A34}"/>
              </a:ext>
            </a:extLst>
          </p:cNvPr>
          <p:cNvSpPr>
            <a:spLocks noGrp="1"/>
          </p:cNvSpPr>
          <p:nvPr/>
        </p:nvSpPr>
        <p:spPr>
          <a:xfrm>
            <a:off x="9048750" y="373380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주요 항목을 입력하세요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FA286CF-E2A2-42A5-A0D9-F344475732A2}"/>
              </a:ext>
            </a:extLst>
          </p:cNvPr>
          <p:cNvSpPr>
            <a:spLocks noGrp="1"/>
          </p:cNvSpPr>
          <p:nvPr/>
        </p:nvSpPr>
        <p:spPr>
          <a:xfrm>
            <a:off x="11087100" y="62484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0060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0B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553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EEA04E-4060-4CB7-8A70-7A8D9C256F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61D3D3-758E-4988-9418-199BF272C5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C88528-4A9F-44F4-8938-F10EE87D74B2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A9F0A6-7C11-480E-9DA5-D053919459AF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8F5F86-97CB-40A4-839E-2CD40C44FE40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2638F7-2C20-48B4-8B02-6C27C36FE577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BCE479-FBA9-49A8-B4B1-EC8241D1BCAE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A91D1A-694E-4046-9F9D-328F0EAB8955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876300" cy="5715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5BA408-7669-4924-844C-B37423C45755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6667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섹션 제목을</a:t>
            </a:r>
          </a:p>
          <a:p>
            <a:pPr algn="l">
              <a:defRPr sz="37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7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입력하세요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9C5303-8B09-4D5B-AFC8-79F8BAA2669E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628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해당 장에서 다룰 핵심 메시지를 한 문장으로 정리합니다.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788FEE-B837-4365-A468-3E694EA44AB1}"/>
              </a:ext>
            </a:extLst>
          </p:cNvPr>
          <p:cNvSpPr>
            <a:spLocks noGrp="1"/>
          </p:cNvSpPr>
          <p:nvPr/>
        </p:nvSpPr>
        <p:spPr>
          <a:xfrm>
            <a:off x="11087100" y="62484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0060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0B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5595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FEFF525-E0E9-41BD-BDC8-E966F06BFC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2FBA6F-6D22-4E8D-BB84-AA5A9AED8D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C2A276-B106-4459-9460-B84C948C676F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DDF1EC-89CB-4763-8BAD-5DCEF2FE8EB9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3008D9-B310-46A5-B522-A77752836C0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B74DD8-CC35-4CDB-8E48-75053AEE0127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F9DE2A-4D06-4DF4-AEA9-745C33C8B9DD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marker">
            <a:extLst>
              <a:ext uri="{FF2B5EF4-FFF2-40B4-BE49-F238E27FC236}">
                <a16:creationId xmlns:a16="http://schemas.microsoft.com/office/drawing/2014/main" id="{63413691-CD65-41C9-B33B-704C326B4C98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5725" cy="8572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label">
            <a:extLst>
              <a:ext uri="{FF2B5EF4-FFF2-40B4-BE49-F238E27FC236}">
                <a16:creationId xmlns:a16="http://schemas.microsoft.com/office/drawing/2014/main" id="{F97F83D1-12BE-4957-8C66-1FCB55AE0389}"/>
              </a:ext>
            </a:extLst>
          </p:cNvPr>
          <p:cNvSpPr>
            <a:spLocks noGrp="1"/>
          </p:cNvSpPr>
          <p:nvPr/>
        </p:nvSpPr>
        <p:spPr>
          <a:xfrm>
            <a:off x="876300" y="60007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060B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0060B0"/>
                </a:solidFill>
                <a:latin typeface="맑은 고딕"/>
                <a:ea typeface="맑은 고딕"/>
                <a:cs typeface="맑은 고딕"/>
              </a:rPr>
              <a:t>ANALYSIS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C48E53-EF2A-41AC-914A-3B9961D21186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핵심 분석 결과를 명확하게 보여줍니다.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7109A1-4430-47C9-BF7F-5C53AF0B3DFF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7239000" cy="3829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B8CADB-C65E-4B31-BF6E-C6EADD698CBE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47625" cy="38290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A0D5AC-8F67-41C1-8DEA-984E5FF793E5}"/>
              </a:ext>
            </a:extLst>
          </p:cNvPr>
          <p:cNvSpPr>
            <a:spLocks noGrp="1"/>
          </p:cNvSpPr>
          <p:nvPr/>
        </p:nvSpPr>
        <p:spPr>
          <a:xfrm>
            <a:off x="1066800" y="2019300"/>
            <a:ext cx="6743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그래프 / 표 / 이미지 영역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D14E63-2095-48C2-AF0E-19BABAC60123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6743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핵심 메시지, 그래프, 표 또는 이미지가 들어갈 영역입니다.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C2CFA9-7049-49FC-97AA-0396DFE9B1D3}"/>
              </a:ext>
            </a:extLst>
          </p:cNvPr>
          <p:cNvSpPr>
            <a:spLocks noGrp="1"/>
          </p:cNvSpPr>
          <p:nvPr/>
        </p:nvSpPr>
        <p:spPr>
          <a:xfrm>
            <a:off x="8420100" y="1809750"/>
            <a:ext cx="2667000" cy="3829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4147CB-9225-4BFA-99EB-40436ADAEAAD}"/>
              </a:ext>
            </a:extLst>
          </p:cNvPr>
          <p:cNvSpPr>
            <a:spLocks noGrp="1"/>
          </p:cNvSpPr>
          <p:nvPr/>
        </p:nvSpPr>
        <p:spPr>
          <a:xfrm>
            <a:off x="8420100" y="1809750"/>
            <a:ext cx="47625" cy="38290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B77AC0-AE27-43C9-B99F-10E60BD56C73}"/>
              </a:ext>
            </a:extLst>
          </p:cNvPr>
          <p:cNvSpPr>
            <a:spLocks noGrp="1"/>
          </p:cNvSpPr>
          <p:nvPr/>
        </p:nvSpPr>
        <p:spPr>
          <a:xfrm>
            <a:off x="8667750" y="2019300"/>
            <a:ext cx="2171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주요 해석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D0E335-72EE-4C8C-8FD6-22BB8A563483}"/>
              </a:ext>
            </a:extLst>
          </p:cNvPr>
          <p:cNvSpPr>
            <a:spLocks noGrp="1"/>
          </p:cNvSpPr>
          <p:nvPr/>
        </p:nvSpPr>
        <p:spPr>
          <a:xfrm>
            <a:off x="8667750" y="2438400"/>
            <a:ext cx="2171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핵심 메시지, 그래프, 표 또는 이미지가 들어갈 영역입니다.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4253C6D-0185-4D2E-8F3A-4119CD64B760}"/>
              </a:ext>
            </a:extLst>
          </p:cNvPr>
          <p:cNvSpPr>
            <a:spLocks noGrp="1"/>
          </p:cNvSpPr>
          <p:nvPr/>
        </p:nvSpPr>
        <p:spPr>
          <a:xfrm>
            <a:off x="11087100" y="62484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0060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0B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760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E7189BED-998E-4899-9D6C-49878B2853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6A8BF6-E441-428B-AEA8-713FFF6FC1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ED36A1-A846-49E8-A0D9-EE0111848D02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26FB59-7027-45B0-A9BC-F7613F3743AD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999B40-C391-48A3-9216-E2C63330576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A8B634-E95A-4DE6-A4B8-FD0EC9C6E00C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DA84D9-585E-4AE8-A182-E3CA9DE4ED62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marker">
            <a:extLst>
              <a:ext uri="{FF2B5EF4-FFF2-40B4-BE49-F238E27FC236}">
                <a16:creationId xmlns:a16="http://schemas.microsoft.com/office/drawing/2014/main" id="{5EFA0AC5-4CC2-4F39-9DE8-9389545B6D1B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5725" cy="8572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label">
            <a:extLst>
              <a:ext uri="{FF2B5EF4-FFF2-40B4-BE49-F238E27FC236}">
                <a16:creationId xmlns:a16="http://schemas.microsoft.com/office/drawing/2014/main" id="{FD7F94F9-9079-4300-A786-39517E3611E6}"/>
              </a:ext>
            </a:extLst>
          </p:cNvPr>
          <p:cNvSpPr>
            <a:spLocks noGrp="1"/>
          </p:cNvSpPr>
          <p:nvPr/>
        </p:nvSpPr>
        <p:spPr>
          <a:xfrm>
            <a:off x="876300" y="60007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060B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0060B0"/>
                </a:solidFill>
                <a:latin typeface="맑은 고딕"/>
                <a:ea typeface="맑은 고딕"/>
                <a:cs typeface="맑은 고딕"/>
              </a:rPr>
              <a:t>COMPARISON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2A1382-226C-446E-8C26-812F1C2EBED9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두 가지 관점을 나란히 비교합니다.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1BD799-96C0-4826-A60F-BA4E83A5A55C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739658-1705-4542-92D9-D45DB831C64D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762500" cy="571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D331AE-00BE-4615-9FE7-F110D2DF7CF9}"/>
              </a:ext>
            </a:extLst>
          </p:cNvPr>
          <p:cNvSpPr>
            <a:spLocks noGrp="1"/>
          </p:cNvSpPr>
          <p:nvPr/>
        </p:nvSpPr>
        <p:spPr>
          <a:xfrm>
            <a:off x="1143000" y="215265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060B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60B0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289365-34D7-406F-A565-C6C835B4E9F2}"/>
              </a:ext>
            </a:extLst>
          </p:cNvPr>
          <p:cNvSpPr>
            <a:spLocks noGrp="1"/>
          </p:cNvSpPr>
          <p:nvPr/>
        </p:nvSpPr>
        <p:spPr>
          <a:xfrm>
            <a:off x="1143000" y="276225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내용 제목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662C34-9602-42F0-8CCB-A15208A579B1}"/>
              </a:ext>
            </a:extLst>
          </p:cNvPr>
          <p:cNvSpPr>
            <a:spLocks noGrp="1"/>
          </p:cNvSpPr>
          <p:nvPr/>
        </p:nvSpPr>
        <p:spPr>
          <a:xfrm>
            <a:off x="1143000" y="3295650"/>
            <a:ext cx="3905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비교 항목, 코드 실행 결과, 개선 전후 지표 등을 입력하세요.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B805B4-F18D-46C2-9953-33E3E622D08F}"/>
              </a:ext>
            </a:extLst>
          </p:cNvPr>
          <p:cNvSpPr>
            <a:spLocks noGrp="1"/>
          </p:cNvSpPr>
          <p:nvPr/>
        </p:nvSpPr>
        <p:spPr>
          <a:xfrm>
            <a:off x="6343650" y="184785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2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96D5D8-D8B0-4618-9E07-CD24A9608224}"/>
              </a:ext>
            </a:extLst>
          </p:cNvPr>
          <p:cNvSpPr>
            <a:spLocks noGrp="1"/>
          </p:cNvSpPr>
          <p:nvPr/>
        </p:nvSpPr>
        <p:spPr>
          <a:xfrm>
            <a:off x="6343650" y="1847850"/>
            <a:ext cx="4762500" cy="5715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8EF62C-BD3B-4693-8A92-B96D8D20806F}"/>
              </a:ext>
            </a:extLst>
          </p:cNvPr>
          <p:cNvSpPr>
            <a:spLocks noGrp="1"/>
          </p:cNvSpPr>
          <p:nvPr/>
        </p:nvSpPr>
        <p:spPr>
          <a:xfrm>
            <a:off x="6610350" y="215265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0801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08010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18F9D1-5C68-4338-9687-D6639DE77F87}"/>
              </a:ext>
            </a:extLst>
          </p:cNvPr>
          <p:cNvSpPr>
            <a:spLocks noGrp="1"/>
          </p:cNvSpPr>
          <p:nvPr/>
        </p:nvSpPr>
        <p:spPr>
          <a:xfrm>
            <a:off x="6610350" y="276225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내용 제목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7C0D69-8627-49E2-9631-326F8C1127A6}"/>
              </a:ext>
            </a:extLst>
          </p:cNvPr>
          <p:cNvSpPr>
            <a:spLocks noGrp="1"/>
          </p:cNvSpPr>
          <p:nvPr/>
        </p:nvSpPr>
        <p:spPr>
          <a:xfrm>
            <a:off x="6610350" y="3295650"/>
            <a:ext cx="3905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비교 항목, 코드 실행 결과, 개선 전후 지표 등을 입력하세요.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F698E43-7009-4FA3-B9CA-71647A069085}"/>
              </a:ext>
            </a:extLst>
          </p:cNvPr>
          <p:cNvSpPr>
            <a:spLocks noGrp="1"/>
          </p:cNvSpPr>
          <p:nvPr/>
        </p:nvSpPr>
        <p:spPr>
          <a:xfrm>
            <a:off x="11087100" y="62484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0060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0B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26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47AC6C-9829-4C0C-A6AF-89CBADC6A22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590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핵심 내용을 정리합니다.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705F53-3FD0-46F4-9AAB-ADECC6E27D60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304800" cy="30480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C85B8D-4721-4615-B34D-F4FA5AECCC0F}"/>
              </a:ext>
            </a:extLst>
          </p:cNvPr>
          <p:cNvSpPr>
            <a:spLocks noGrp="1"/>
          </p:cNvSpPr>
          <p:nvPr/>
        </p:nvSpPr>
        <p:spPr>
          <a:xfrm>
            <a:off x="1466850" y="236220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요약 문장 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CD1453-4072-4BD8-92AA-E816DA8836BE}"/>
              </a:ext>
            </a:extLst>
          </p:cNvPr>
          <p:cNvSpPr>
            <a:spLocks noGrp="1"/>
          </p:cNvSpPr>
          <p:nvPr/>
        </p:nvSpPr>
        <p:spPr>
          <a:xfrm>
            <a:off x="1466850" y="2705100"/>
            <a:ext cx="628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근거 또는 다음 액션을 간단히 입력하세요.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087B41-5080-4680-A1C2-DCB38CD1B589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304800" cy="3048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8148EB-CF28-4D3F-ADEC-B12FF610D7F9}"/>
              </a:ext>
            </a:extLst>
          </p:cNvPr>
          <p:cNvSpPr>
            <a:spLocks noGrp="1"/>
          </p:cNvSpPr>
          <p:nvPr/>
        </p:nvSpPr>
        <p:spPr>
          <a:xfrm>
            <a:off x="1466850" y="327660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요약 문장 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DDA360-E393-4908-B825-9F3B4E0E36C1}"/>
              </a:ext>
            </a:extLst>
          </p:cNvPr>
          <p:cNvSpPr>
            <a:spLocks noGrp="1"/>
          </p:cNvSpPr>
          <p:nvPr/>
        </p:nvSpPr>
        <p:spPr>
          <a:xfrm>
            <a:off x="1466850" y="3619500"/>
            <a:ext cx="628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근거 또는 다음 액션을 간단히 입력하세요.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B843E1-3175-41E5-A4F2-2B1A8D8F1B51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304800" cy="30480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4DEE64-A29D-4D3F-B587-7246BAB6C1DA}"/>
              </a:ext>
            </a:extLst>
          </p:cNvPr>
          <p:cNvSpPr>
            <a:spLocks noGrp="1"/>
          </p:cNvSpPr>
          <p:nvPr/>
        </p:nvSpPr>
        <p:spPr>
          <a:xfrm>
            <a:off x="1466850" y="419100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요약 문장 입력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59961BE-0F82-4FE9-8279-EF3591EE96C2}"/>
              </a:ext>
            </a:extLst>
          </p:cNvPr>
          <p:cNvSpPr>
            <a:spLocks noGrp="1"/>
          </p:cNvSpPr>
          <p:nvPr/>
        </p:nvSpPr>
        <p:spPr>
          <a:xfrm>
            <a:off x="1466850" y="4533900"/>
            <a:ext cx="628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근거 또는 다음 액션을 간단히 입력하세요.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57267C-0C83-4564-9D59-FA1FFFED8E30}"/>
              </a:ext>
            </a:extLst>
          </p:cNvPr>
          <p:cNvSpPr>
            <a:spLocks noGrp="1"/>
          </p:cNvSpPr>
          <p:nvPr/>
        </p:nvSpPr>
        <p:spPr>
          <a:xfrm>
            <a:off x="11087100" y="6248400"/>
            <a:ext cx="419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0060B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0B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31202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173</Words>
  <Application>Microsoft Office PowerPoint</Application>
  <DocSecurity>0</DocSecurity>
  <PresentationFormat>와이드스크린</PresentationFormat>
  <Paragraphs>47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Aptos</vt:lpstr>
      <vt:lpstr>맑은 고딕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3</cp:revision>
  <dcterms:created xsi:type="dcterms:W3CDTF">2026-06-15T03:24:02Z</dcterms:created>
  <dcterms:modified xsi:type="dcterms:W3CDTF">2026-06-15T03:29:50Z</dcterms:modified>
</cp:coreProperties>
</file>